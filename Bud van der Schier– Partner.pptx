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3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  <p:sldMasterId id="2147483735" r:id="rId5"/>
  </p:sldMasterIdLst>
  <p:notesMasterIdLst>
    <p:notesMasterId r:id="rId7"/>
  </p:notesMasterIdLst>
  <p:sldIdLst>
    <p:sldId id="2147476561" r:id="rId6"/>
  </p:sldIdLst>
  <p:sldSz cx="9906000" cy="6858000" type="A4"/>
  <p:notesSz cx="6799263" cy="9929813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C0338-CD7F-4384-8E3A-2BF17C1FC59C}" v="25" dt="2025-01-29T18:16:46.770"/>
  </p1510:revLst>
</p1510:revInfo>
</file>

<file path=ppt/tableStyles.xml><?xml version="1.0" encoding="utf-8"?>
<a:tblStyleLst xmlns:a="http://schemas.openxmlformats.org/drawingml/2006/main" def="{0817EA92-75D0-4044-A80A-286907CE0DDB}">
  <a:tblStyle styleId="{0817EA92-75D0-4044-A80A-286907CE0DDB}" styleName="KPMG comment table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  <a:fill>
          <a:solidFill>
            <a:schemeClr val="lt1"/>
          </a:solidFill>
        </a:fill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5084" autoAdjust="0"/>
  </p:normalViewPr>
  <p:slideViewPr>
    <p:cSldViewPr showGuides="1">
      <p:cViewPr varScale="1">
        <p:scale>
          <a:sx n="75" d="100"/>
          <a:sy n="75" d="100"/>
        </p:scale>
        <p:origin x="1968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56D9A34E-3529-4290-BF5B-952B961D523C}" type="datetimeFigureOut">
              <a:rPr lang="en-GB" smtClean="0"/>
              <a:pPr/>
              <a:t>12/11/2025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40287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1CE14D3-F2D5-4748-9327-96AB482A512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87B3A-611C-464F-B7F7-E9A51E98288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024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://www.kpmg.com/socialmedia" TargetMode="External"/><Relationship Id="rId9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://www.kpmg.com/socialmedia" TargetMode="External"/><Relationship Id="rId9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upslide.net/hc/en-us/articles/360020443419" TargetMode="External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ACFAC-E101-744E-333C-9FEB02D1CD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3E455C71-C99E-41F3-B827-36ADE8A9D6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16" name="Title Background">
            <a:extLst>
              <a:ext uri="{FF2B5EF4-FFF2-40B4-BE49-F238E27FC236}">
                <a16:creationId xmlns:a16="http://schemas.microsoft.com/office/drawing/2014/main" id="{E1021EAC-174F-8AB2-1834-FA4464FE492C}"/>
              </a:ext>
            </a:extLst>
          </p:cNvPr>
          <p:cNvSpPr>
            <a:spLocks noChangeAspect="1"/>
          </p:cNvSpPr>
          <p:nvPr userDrawn="1"/>
        </p:nvSpPr>
        <p:spPr>
          <a:xfrm>
            <a:off x="814388" y="1263838"/>
            <a:ext cx="6848978" cy="47575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061200" y="5069309"/>
            <a:ext cx="4312738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1061200" y="5558426"/>
            <a:ext cx="4312738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2000" y="1515600"/>
            <a:ext cx="6357600" cy="3240000"/>
          </a:xfrm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[Report title]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9BDEAA7-B383-11FF-2312-14B9263AD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6B3571-B6E3-4639-F0E2-20CB9C159DA6}"/>
              </a:ext>
            </a:extLst>
          </p:cNvPr>
          <p:cNvCxnSpPr/>
          <p:nvPr userDrawn="1"/>
        </p:nvCxnSpPr>
        <p:spPr>
          <a:xfrm>
            <a:off x="1062788" y="5465757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F86C0D6A-39E7-E2B1-7612-1C7CE9F23CE4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99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_KPMG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ACFAC-E101-744E-333C-9FEB02D1CD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3E455C71-C99E-41F3-B827-36ADE8A9D6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16" name="Title Background">
            <a:extLst>
              <a:ext uri="{FF2B5EF4-FFF2-40B4-BE49-F238E27FC236}">
                <a16:creationId xmlns:a16="http://schemas.microsoft.com/office/drawing/2014/main" id="{E1021EAC-174F-8AB2-1834-FA4464FE492C}"/>
              </a:ext>
            </a:extLst>
          </p:cNvPr>
          <p:cNvSpPr>
            <a:spLocks noChangeAspect="1"/>
          </p:cNvSpPr>
          <p:nvPr userDrawn="1"/>
        </p:nvSpPr>
        <p:spPr>
          <a:xfrm>
            <a:off x="814388" y="1263838"/>
            <a:ext cx="3291418" cy="47575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061200" y="5069309"/>
            <a:ext cx="2800800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1061200" y="5558426"/>
            <a:ext cx="2800800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2000" y="1515600"/>
            <a:ext cx="2800800" cy="3240000"/>
          </a:xfrm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[Report title]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9BDEAA7-B383-11FF-2312-14B9263AD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6B3571-B6E3-4639-F0E2-20CB9C159DA6}"/>
              </a:ext>
            </a:extLst>
          </p:cNvPr>
          <p:cNvCxnSpPr/>
          <p:nvPr userDrawn="1"/>
        </p:nvCxnSpPr>
        <p:spPr>
          <a:xfrm>
            <a:off x="1062788" y="5465757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EBAEB2BD-8E8F-08F2-BF05-08DB27B9F5E9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247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_Pacific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E660994-9F05-397B-52DE-2DCFE530A7E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E920C-CB47-587C-16F5-79AC1E14F200}"/>
              </a:ext>
            </a:extLst>
          </p:cNvPr>
          <p:cNvSpPr>
            <a:spLocks noChangeAspect="1"/>
          </p:cNvSpPr>
          <p:nvPr userDrawn="1"/>
        </p:nvSpPr>
        <p:spPr>
          <a:xfrm>
            <a:off x="2242635" y="313438"/>
            <a:ext cx="6848978" cy="47575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91200" y="565200"/>
            <a:ext cx="6357600" cy="32400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000" b="0" noProof="0" dirty="0">
                <a:solidFill>
                  <a:schemeClr val="bg1"/>
                </a:solidFill>
              </a:defRPr>
            </a:lvl1pPr>
          </a:lstStyle>
          <a:p>
            <a:pPr marL="0" lvl="0" indent="0">
              <a:spcAft>
                <a:spcPts val="600"/>
              </a:spcAft>
              <a:buFontTx/>
            </a:pPr>
            <a:r>
              <a:rPr lang="fr-FR" noProof="0" dirty="0"/>
              <a:t>[Report </a:t>
            </a:r>
            <a:r>
              <a:rPr lang="fr-FR" noProof="0" dirty="0" err="1"/>
              <a:t>title</a:t>
            </a:r>
            <a:r>
              <a:rPr lang="fr-FR" noProof="0" dirty="0"/>
              <a:t>]</a:t>
            </a:r>
            <a:endParaRPr lang="en-US" noProof="0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491200" y="4113909"/>
            <a:ext cx="6357600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91200" y="4608466"/>
            <a:ext cx="6357600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B68057E-B695-CDBF-BEB6-53A135E1CE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59F5C7-17F1-2FAA-516D-11269F856869}"/>
              </a:ext>
            </a:extLst>
          </p:cNvPr>
          <p:cNvCxnSpPr>
            <a:cxnSpLocks/>
          </p:cNvCxnSpPr>
          <p:nvPr userDrawn="1"/>
        </p:nvCxnSpPr>
        <p:spPr>
          <a:xfrm>
            <a:off x="2491200" y="4516429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D7607653-4181-0568-5FB2-D76227D77206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_Pacific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E660994-9F05-397B-52DE-2DCFE530A7E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E920C-CB47-587C-16F5-79AC1E14F200}"/>
              </a:ext>
            </a:extLst>
          </p:cNvPr>
          <p:cNvSpPr>
            <a:spLocks noChangeAspect="1"/>
          </p:cNvSpPr>
          <p:nvPr userDrawn="1"/>
        </p:nvSpPr>
        <p:spPr>
          <a:xfrm>
            <a:off x="5134366" y="313438"/>
            <a:ext cx="3957246" cy="57079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77280" y="549275"/>
            <a:ext cx="3471421" cy="4236723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000" b="0" noProof="0" dirty="0">
                <a:solidFill>
                  <a:schemeClr val="bg1"/>
                </a:solidFill>
              </a:defRPr>
            </a:lvl1pPr>
          </a:lstStyle>
          <a:p>
            <a:pPr marL="0" lvl="0" indent="0">
              <a:spcAft>
                <a:spcPts val="600"/>
              </a:spcAft>
              <a:buFontTx/>
            </a:pPr>
            <a:r>
              <a:rPr lang="fr-FR" noProof="0" dirty="0"/>
              <a:t>[Report </a:t>
            </a:r>
            <a:r>
              <a:rPr lang="fr-FR" noProof="0" dirty="0" err="1"/>
              <a:t>title</a:t>
            </a:r>
            <a:r>
              <a:rPr lang="fr-FR" noProof="0" dirty="0"/>
              <a:t>]</a:t>
            </a:r>
            <a:endParaRPr lang="en-US" noProof="0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377280" y="5094707"/>
            <a:ext cx="3471421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5377280" y="5589264"/>
            <a:ext cx="3471421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B68057E-B695-CDBF-BEB6-53A135E1CE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59F5C7-17F1-2FAA-516D-11269F856869}"/>
              </a:ext>
            </a:extLst>
          </p:cNvPr>
          <p:cNvCxnSpPr>
            <a:cxnSpLocks/>
          </p:cNvCxnSpPr>
          <p:nvPr userDrawn="1"/>
        </p:nvCxnSpPr>
        <p:spPr>
          <a:xfrm>
            <a:off x="5377280" y="5497227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6BA81931-6DC5-5200-823A-E62F55B253D0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553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 Image_KPMG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ACFAC-E101-744E-333C-9FEB02D1CD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3E455C71-C99E-41F3-B827-36ADE8A9D6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91663" y="4988348"/>
            <a:ext cx="3614487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5791663" y="5467931"/>
            <a:ext cx="3614487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91663" y="1263838"/>
            <a:ext cx="3614487" cy="3022538"/>
          </a:xfrm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[Report title]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9BDEAA7-B383-11FF-2312-14B9263AD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2562" y="313438"/>
            <a:ext cx="786440" cy="3168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6B3571-B6E3-4639-F0E2-20CB9C159DA6}"/>
              </a:ext>
            </a:extLst>
          </p:cNvPr>
          <p:cNvCxnSpPr>
            <a:cxnSpLocks/>
          </p:cNvCxnSpPr>
          <p:nvPr userDrawn="1"/>
        </p:nvCxnSpPr>
        <p:spPr>
          <a:xfrm>
            <a:off x="5791663" y="5376850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0D6555B-D86C-FCD3-B254-C304E0BE2F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4388" y="1263838"/>
            <a:ext cx="4354574" cy="3022538"/>
          </a:xfrm>
          <a:solidFill>
            <a:schemeClr val="accent1"/>
          </a:solidFill>
        </p:spPr>
        <p:txBody>
          <a:bodyPr anchor="ctr"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99F70750-588B-BEAA-16B8-9CE33F5C6A41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56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 Image_KPMG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ACFAC-E101-744E-333C-9FEB02D1CD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3E455C71-C99E-41F3-B827-36ADE8A9D6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525599" y="4988348"/>
            <a:ext cx="4566013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25599" y="5467931"/>
            <a:ext cx="4566013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5599" y="1263838"/>
            <a:ext cx="4566013" cy="3022538"/>
          </a:xfrm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[Report title]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9BDEAA7-B383-11FF-2312-14B9263AD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5599" y="313438"/>
            <a:ext cx="786440" cy="3168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6B3571-B6E3-4639-F0E2-20CB9C159DA6}"/>
              </a:ext>
            </a:extLst>
          </p:cNvPr>
          <p:cNvCxnSpPr>
            <a:cxnSpLocks/>
          </p:cNvCxnSpPr>
          <p:nvPr userDrawn="1"/>
        </p:nvCxnSpPr>
        <p:spPr>
          <a:xfrm>
            <a:off x="4525599" y="5376850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0D6555B-D86C-FCD3-B254-C304E0BE2F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4388" y="1263838"/>
            <a:ext cx="3077611" cy="4428048"/>
          </a:xfrm>
          <a:solidFill>
            <a:schemeClr val="accent1"/>
          </a:solidFill>
        </p:spPr>
        <p:txBody>
          <a:bodyPr anchor="ctr"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AD4935FE-339C-9510-01CD-7B422BB08594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86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ACFAC-E101-744E-333C-9FEB02D1CD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3E455C71-C99E-41F3-B827-36ADE8A9D6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14388" y="4988348"/>
            <a:ext cx="3289049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814388" y="5467931"/>
            <a:ext cx="3289049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4388" y="1263838"/>
            <a:ext cx="3289049" cy="3022538"/>
          </a:xfrm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[Report title]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6B3571-B6E3-4639-F0E2-20CB9C159DA6}"/>
              </a:ext>
            </a:extLst>
          </p:cNvPr>
          <p:cNvCxnSpPr>
            <a:cxnSpLocks/>
          </p:cNvCxnSpPr>
          <p:nvPr userDrawn="1"/>
        </p:nvCxnSpPr>
        <p:spPr>
          <a:xfrm>
            <a:off x="814388" y="5376850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0D6555B-D86C-FCD3-B254-C304E0BE2F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05303" y="1263839"/>
            <a:ext cx="4354574" cy="3022538"/>
          </a:xfrm>
          <a:solidFill>
            <a:schemeClr val="tx2"/>
          </a:solidFill>
        </p:spPr>
        <p:txBody>
          <a:bodyPr anchor="ctr"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76C88D0-826C-D302-7919-C4ADE87DF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6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1858C60C-7F0C-DAE6-792F-2A631366A674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10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ACFAC-E101-744E-333C-9FEB02D1CD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3E455C71-C99E-41F3-B827-36ADE8A9D6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14388" y="4988348"/>
            <a:ext cx="4645379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814388" y="5467931"/>
            <a:ext cx="4645379" cy="216000"/>
          </a:xfrm>
        </p:spPr>
        <p:txBody>
          <a:bodyPr/>
          <a:lstStyle>
            <a:lvl1pPr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4388" y="1263838"/>
            <a:ext cx="4645379" cy="3022538"/>
          </a:xfrm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[Report title]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6B3571-B6E3-4639-F0E2-20CB9C159DA6}"/>
              </a:ext>
            </a:extLst>
          </p:cNvPr>
          <p:cNvCxnSpPr>
            <a:cxnSpLocks/>
          </p:cNvCxnSpPr>
          <p:nvPr userDrawn="1"/>
        </p:nvCxnSpPr>
        <p:spPr>
          <a:xfrm>
            <a:off x="814388" y="5376850"/>
            <a:ext cx="1368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0D6555B-D86C-FCD3-B254-C304E0BE2F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2266" y="1263839"/>
            <a:ext cx="3077611" cy="4428048"/>
          </a:xfrm>
          <a:solidFill>
            <a:schemeClr val="tx2"/>
          </a:solidFill>
        </p:spPr>
        <p:txBody>
          <a:bodyPr anchor="ctr"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76C88D0-826C-D302-7919-C4ADE87DF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6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55CC23C2-AE8C-8DE6-DEE0-0AC5B3E0DE0E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41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ter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9DD2B05D-A869-4CDD-ACB6-D5C1B3A49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B4300-8959-4177-9A7A-79D2C97CD4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851" y="1420813"/>
            <a:ext cx="4375249" cy="4606925"/>
          </a:xfrm>
        </p:spPr>
        <p:txBody>
          <a:bodyPr/>
          <a:lstStyle>
            <a:lvl1pPr>
              <a:spcAft>
                <a:spcPts val="600"/>
              </a:spcAft>
              <a:defRPr sz="800"/>
            </a:lvl1pPr>
            <a:lvl2pPr>
              <a:spcAft>
                <a:spcPts val="600"/>
              </a:spcAft>
              <a:defRPr sz="800"/>
            </a:lvl2pPr>
            <a:lvl3pPr>
              <a:spcAft>
                <a:spcPts val="600"/>
              </a:spcAft>
              <a:defRPr sz="800"/>
            </a:lvl3pPr>
            <a:lvl4pPr>
              <a:spcAft>
                <a:spcPts val="600"/>
              </a:spcAft>
              <a:defRPr sz="800"/>
            </a:lvl4pPr>
            <a:lvl5pPr>
              <a:spcAft>
                <a:spcPts val="600"/>
              </a:spcAft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 marL="3600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A8ED7B9-E8D0-4FC0-A06A-0ECA5AF4F0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851" y="449263"/>
            <a:ext cx="4375249" cy="350837"/>
          </a:xfrm>
        </p:spPr>
        <p:txBody>
          <a:bodyPr/>
          <a:lstStyle>
            <a:lvl1pPr>
              <a:spcAft>
                <a:spcPts val="300"/>
              </a:spcAft>
              <a:defRPr sz="800"/>
            </a:lvl1pPr>
            <a:lvl2pPr>
              <a:spcAft>
                <a:spcPts val="300"/>
              </a:spcAft>
              <a:defRPr sz="800"/>
            </a:lvl2pPr>
            <a:lvl3pPr>
              <a:defRPr sz="800"/>
            </a:lvl3pPr>
            <a:lvl4pPr>
              <a:defRPr sz="800"/>
            </a:lvl4pPr>
            <a:lvl5pPr marL="360000" indent="0">
              <a:buNone/>
              <a:defRPr sz="800"/>
            </a:lvl5pPr>
            <a:lvl9pPr marL="36000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22E5C4-F645-46C0-80CD-7C4252B7F1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0789" y="449263"/>
            <a:ext cx="4378324" cy="350837"/>
          </a:xfrm>
        </p:spPr>
        <p:txBody>
          <a:bodyPr/>
          <a:lstStyle>
            <a:lvl1pPr>
              <a:spcAft>
                <a:spcPts val="300"/>
              </a:spcAft>
              <a:defRPr sz="800"/>
            </a:lvl1pPr>
            <a:lvl2pPr>
              <a:spcAft>
                <a:spcPts val="300"/>
              </a:spcAft>
              <a:defRPr sz="800"/>
            </a:lvl2pPr>
            <a:lvl3pPr>
              <a:defRPr sz="800"/>
            </a:lvl3pPr>
            <a:lvl4pPr>
              <a:defRPr sz="800"/>
            </a:lvl4pPr>
            <a:lvl5pPr marL="360000" indent="0">
              <a:buNone/>
              <a:defRPr sz="800"/>
            </a:lvl5pPr>
            <a:lvl9pPr marL="36000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FA420C-27E4-481E-8A0D-3AB3A16BFCF3}"/>
              </a:ext>
            </a:extLst>
          </p:cNvPr>
          <p:cNvSpPr>
            <a:spLocks/>
          </p:cNvSpPr>
          <p:nvPr userDrawn="1"/>
        </p:nvSpPr>
        <p:spPr>
          <a:xfrm>
            <a:off x="1314000" y="6368400"/>
            <a:ext cx="7887472" cy="18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900" dirty="0">
              <a:solidFill>
                <a:srgbClr val="FFFFFF"/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B84B596-BD6D-4F47-9E29-A16B259FD2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0790" y="1420814"/>
            <a:ext cx="4378323" cy="4606924"/>
          </a:xfrm>
        </p:spPr>
        <p:txBody>
          <a:bodyPr/>
          <a:lstStyle>
            <a:lvl1pPr>
              <a:spcAft>
                <a:spcPts val="600"/>
              </a:spcAft>
              <a:defRPr sz="800"/>
            </a:lvl1pPr>
            <a:lvl2pPr>
              <a:spcAft>
                <a:spcPts val="600"/>
              </a:spcAft>
              <a:defRPr sz="800"/>
            </a:lvl2pPr>
            <a:lvl3pPr>
              <a:spcAft>
                <a:spcPts val="600"/>
              </a:spcAft>
              <a:defRPr sz="800"/>
            </a:lvl3pPr>
            <a:lvl4pPr>
              <a:spcAft>
                <a:spcPts val="600"/>
              </a:spcAft>
              <a:defRPr sz="800"/>
            </a:lvl4pPr>
            <a:lvl5pPr>
              <a:spcAft>
                <a:spcPts val="600"/>
              </a:spcAft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 marL="3600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248EB-43A5-11B4-945D-E3AFFC93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rgbClr val="B2B2B2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806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075" userDrawn="1">
          <p15:clr>
            <a:srgbClr val="FBAE40"/>
          </p15:clr>
        </p15:guide>
        <p15:guide id="3" pos="316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3BD69C-BECE-4D82-83F1-B205F2EB08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0108" y="1422000"/>
            <a:ext cx="6966091" cy="46044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9000" y="1422000"/>
            <a:ext cx="1745998" cy="4604400"/>
          </a:xfrm>
          <a:solidFill>
            <a:schemeClr val="tx2"/>
          </a:solidFill>
          <a:ln>
            <a:noFill/>
          </a:ln>
        </p:spPr>
        <p:txBody>
          <a:bodyPr lIns="54000" tIns="54000" rIns="54000" bIns="54000" anchor="t" anchorCtr="0"/>
          <a:lstStyle>
            <a:lvl1pPr>
              <a:buClr>
                <a:schemeClr val="bg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bg1"/>
              </a:buClr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D89FB1-474F-4D9A-63CF-3601E369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8297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660FB3-CE41-4972-853A-1CD70BAB6E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40108" y="1422000"/>
            <a:ext cx="3402000" cy="46044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B9FA87D-145E-4057-9333-C7A5BD69C3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04199" y="1422000"/>
            <a:ext cx="3402000" cy="46044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9000" y="1422000"/>
            <a:ext cx="1745998" cy="4604400"/>
          </a:xfrm>
          <a:solidFill>
            <a:schemeClr val="tx2"/>
          </a:solidFill>
          <a:ln>
            <a:noFill/>
          </a:ln>
        </p:spPr>
        <p:txBody>
          <a:bodyPr lIns="54000" tIns="54000" rIns="54000" bIns="54000" anchor="t" anchorCtr="0"/>
          <a:lstStyle>
            <a:lvl1pPr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B70883-3312-8632-EFC8-DDBDDE022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295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BE179C-7DC7-4742-9257-5A1D6D512216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9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5" name="Espace réservé du numéro de diapositive 2">
            <a:extLst>
              <a:ext uri="{FF2B5EF4-FFF2-40B4-BE49-F238E27FC236}">
                <a16:creationId xmlns:a16="http://schemas.microsoft.com/office/drawing/2014/main" id="{898435B7-0F54-4C15-96FD-466D91A55EEB}"/>
              </a:ext>
            </a:extLst>
          </p:cNvPr>
          <p:cNvSpPr txBox="1">
            <a:spLocks/>
          </p:cNvSpPr>
          <p:nvPr userDrawn="1"/>
        </p:nvSpPr>
        <p:spPr>
          <a:xfrm>
            <a:off x="9176400" y="6386400"/>
            <a:ext cx="241200" cy="151200"/>
          </a:xfrm>
          <a:prstGeom prst="rect">
            <a:avLst/>
          </a:prstGeom>
        </p:spPr>
        <p:txBody>
          <a:bodyPr lIns="0" tIns="0" rIns="0" bIns="0" anchor="t" anchorCtr="0"/>
          <a:lstStyle>
            <a:defPPr>
              <a:defRPr lang="en-US"/>
            </a:defPPr>
            <a:lvl1pPr marL="0" algn="r" defTabSz="914400" rtl="0" eaLnBrk="1" latinLnBrk="0" hangingPunct="1">
              <a:defRPr lang="fr-FR" sz="1000" kern="120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4D41ED6B-0A05-44D7-9208-91571559B6FC}" type="slidenum">
              <a:rPr lang="en-GB" smtClean="0">
                <a:solidFill>
                  <a:schemeClr val="tx1"/>
                </a:solidFill>
              </a:rPr>
              <a:pPr defTabSz="457200"/>
              <a:t>‹#›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101B2-ABBE-4D2F-815C-DC69F5DA5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7731459" y="6413620"/>
            <a:ext cx="1330492" cy="9233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3FF8B5-4D16-4845-83BE-2929F9D30508}"/>
              </a:ext>
            </a:extLst>
          </p:cNvPr>
          <p:cNvCxnSpPr/>
          <p:nvPr userDrawn="1"/>
        </p:nvCxnSpPr>
        <p:spPr>
          <a:xfrm>
            <a:off x="9156505" y="6385080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9">
            <a:extLst>
              <a:ext uri="{FF2B5EF4-FFF2-40B4-BE49-F238E27FC236}">
                <a16:creationId xmlns:a16="http://schemas.microsoft.com/office/drawing/2014/main" id="{13349A48-79F0-4F8C-8D5C-964CB46F5E8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88950" y="6372000"/>
            <a:ext cx="424800" cy="172800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3BD2B-B378-A7CE-DBEE-F26EF90F7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rgbClr val="B2B2B2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54368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9A51E713-DE08-E1A3-C33D-2DCF8E3CC150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532EBF-562A-1C8A-4038-F0535F67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590C7861-CEB9-47F1-B329-1DC6691421ED}"/>
              </a:ext>
            </a:extLst>
          </p:cNvPr>
          <p:cNvSpPr txBox="1"/>
          <p:nvPr userDrawn="1"/>
        </p:nvSpPr>
        <p:spPr>
          <a:xfrm>
            <a:off x="7542000" y="6415200"/>
            <a:ext cx="1522800" cy="936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584B2-CDC1-4F28-9F33-DA4AE79C3958}"/>
              </a:ext>
            </a:extLst>
          </p:cNvPr>
          <p:cNvSpPr txBox="1">
            <a:spLocks/>
          </p:cNvSpPr>
          <p:nvPr userDrawn="1"/>
        </p:nvSpPr>
        <p:spPr>
          <a:xfrm>
            <a:off x="9176400" y="6386400"/>
            <a:ext cx="241200" cy="151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r"/>
            <a:fld id="{AB74D6CB-A7ED-42CC-B575-B2FFA1180E0C}" type="slidenum">
              <a:rPr lang="de-DE" sz="1000" b="0" smtClean="0">
                <a:solidFill>
                  <a:schemeClr val="bg1"/>
                </a:solidFill>
              </a:rPr>
              <a:pPr algn="r"/>
              <a:t>‹#›</a:t>
            </a:fld>
            <a:endParaRPr lang="de-DE" sz="1000" b="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D9C396-69EC-4D95-86AF-76B441FA48ED}"/>
              </a:ext>
            </a:extLst>
          </p:cNvPr>
          <p:cNvCxnSpPr/>
          <p:nvPr userDrawn="1"/>
        </p:nvCxnSpPr>
        <p:spPr>
          <a:xfrm>
            <a:off x="9158400" y="6386400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CFB15DEA-A933-46FA-905F-B574CF311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950" y="6373386"/>
            <a:ext cx="428967" cy="172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06CA56-47DC-37AE-260F-D246C76BE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91187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9A51E713-DE08-E1A3-C33D-2DCF8E3CC150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C233C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532EBF-562A-1C8A-4038-F0535F67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E02778D3-A0BB-4EEA-B727-DC23447772F4}"/>
              </a:ext>
            </a:extLst>
          </p:cNvPr>
          <p:cNvSpPr txBox="1"/>
          <p:nvPr userDrawn="1"/>
        </p:nvSpPr>
        <p:spPr>
          <a:xfrm>
            <a:off x="7542000" y="6415200"/>
            <a:ext cx="1522800" cy="936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52D65-30E7-4BE4-8048-C31106EE7A23}"/>
              </a:ext>
            </a:extLst>
          </p:cNvPr>
          <p:cNvSpPr txBox="1">
            <a:spLocks/>
          </p:cNvSpPr>
          <p:nvPr userDrawn="1"/>
        </p:nvSpPr>
        <p:spPr>
          <a:xfrm>
            <a:off x="9176400" y="6386400"/>
            <a:ext cx="241200" cy="151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r"/>
            <a:fld id="{AB74D6CB-A7ED-42CC-B575-B2FFA1180E0C}" type="slidenum">
              <a:rPr lang="de-DE" sz="1000" b="0" smtClean="0">
                <a:solidFill>
                  <a:schemeClr val="bg1"/>
                </a:solidFill>
              </a:rPr>
              <a:pPr algn="r"/>
              <a:t>‹#›</a:t>
            </a:fld>
            <a:endParaRPr lang="de-DE" sz="1000" b="0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A3BD98-FB73-43EE-98F3-54DF0A00CF42}"/>
              </a:ext>
            </a:extLst>
          </p:cNvPr>
          <p:cNvCxnSpPr/>
          <p:nvPr userDrawn="1"/>
        </p:nvCxnSpPr>
        <p:spPr>
          <a:xfrm>
            <a:off x="9158400" y="6386400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B5FAE5FA-D4E5-4B83-BBEE-C476BAD6C5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950" y="6373386"/>
            <a:ext cx="428967" cy="172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7C73BE-4CD1-87FC-AD59-6D08A7122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00257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0" y="1422000"/>
            <a:ext cx="8917200" cy="46044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dirty="0" smtClean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1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561275-4441-56D4-FC81-59E68D35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6173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Text - Dark BG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9A51E713-DE08-E1A3-C33D-2DCF8E3CC150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9176400" y="6386400"/>
            <a:ext cx="241200" cy="151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598FBDD-E9A8-2FEF-710A-86C4853D6C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50" y="6373386"/>
            <a:ext cx="428967" cy="17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E058AB-3D32-EBD8-CCFC-9978EED67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7731459" y="6413620"/>
            <a:ext cx="1330492" cy="9233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72CBB2-D4E9-1117-3636-5A0B2EF5A0A2}"/>
              </a:ext>
            </a:extLst>
          </p:cNvPr>
          <p:cNvCxnSpPr/>
          <p:nvPr userDrawn="1"/>
        </p:nvCxnSpPr>
        <p:spPr>
          <a:xfrm>
            <a:off x="9156505" y="6385080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BCA5286-EBB1-0347-78A1-CEDA71B78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950" y="1422000"/>
            <a:ext cx="8917200" cy="46044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A74CC16-2F7D-7CA8-DDA2-B00EEC59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99E5B7-2FE2-5424-505E-2AA13F0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4564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9000" y="1422000"/>
            <a:ext cx="4373150" cy="4604400"/>
          </a:xfrm>
        </p:spPr>
        <p:txBody>
          <a:bodyPr tIns="0"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3049" y="1422000"/>
            <a:ext cx="4373151" cy="4604400"/>
          </a:xfrm>
        </p:spPr>
        <p:txBody>
          <a:bodyPr tIns="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842AFF-6C79-834D-5B2A-9B3B1806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75" userDrawn="1">
          <p15:clr>
            <a:srgbClr val="FBAE40"/>
          </p15:clr>
        </p15:guide>
        <p15:guide id="2" pos="316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Text - Dark BG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9A51E713-DE08-E1A3-C33D-2DCF8E3CC150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9176400" y="6386400"/>
            <a:ext cx="241200" cy="151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598FBDD-E9A8-2FEF-710A-86C4853D6C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50" y="6373386"/>
            <a:ext cx="428967" cy="17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E058AB-3D32-EBD8-CCFC-9978EED67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7731459" y="6413620"/>
            <a:ext cx="1330492" cy="9233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72CBB2-D4E9-1117-3636-5A0B2EF5A0A2}"/>
              </a:ext>
            </a:extLst>
          </p:cNvPr>
          <p:cNvCxnSpPr/>
          <p:nvPr userDrawn="1"/>
        </p:nvCxnSpPr>
        <p:spPr>
          <a:xfrm>
            <a:off x="9156505" y="6385080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BCA5286-EBB1-0347-78A1-CEDA71B78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00" y="1422000"/>
            <a:ext cx="4373150" cy="46044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42D44F9-C6D3-706A-35B4-3FB294A64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33049" y="1422000"/>
            <a:ext cx="4373151" cy="46044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CC92DA9-1B23-6207-58C0-3C4F9DDA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633C3-7D3B-C087-8FCA-BFF1031EF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1420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99" y="1412875"/>
            <a:ext cx="4392563" cy="4613525"/>
          </a:xfrm>
        </p:spPr>
        <p:txBody>
          <a:bodyPr tIns="0"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GB" noProof="0" dirty="0"/>
              <a:t>Use Alt + Shift + right or left arrow to change text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en-GB" noProof="0" smtClean="0"/>
              <a:pPr algn="r" defTabSz="457200"/>
              <a:t>‹#›</a:t>
            </a:fld>
            <a:endParaRPr lang="en-GB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8A2FB4B-208E-EA2F-E669-C9D7FED7C2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24439" y="1412875"/>
            <a:ext cx="4381762" cy="461352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 noProof="0" dirty="0"/>
              <a:t>Click icon to add chart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09F3D7-5EBE-E562-35F4-ED813C65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08017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75" userDrawn="1">
          <p15:clr>
            <a:srgbClr val="FBAE40"/>
          </p15:clr>
        </p15:guide>
        <p15:guide id="2" pos="316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0" y="1422000"/>
            <a:ext cx="8917200" cy="2196000"/>
          </a:xfrm>
        </p:spPr>
        <p:txBody>
          <a:bodyPr tIns="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488950" y="3830400"/>
            <a:ext cx="8917200" cy="2196000"/>
          </a:xfrm>
        </p:spPr>
        <p:txBody>
          <a:bodyPr tIns="0"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E4ED15-05D2-2718-FF6F-1D2B97BB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8661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3" userDrawn="1">
          <p15:clr>
            <a:srgbClr val="FBAE40"/>
          </p15:clr>
        </p15:guide>
        <p15:guide id="2" orient="horz" pos="2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en-GB" noProof="0" smtClean="0"/>
              <a:pPr algn="r" defTabSz="457200"/>
              <a:t>‹#›</a:t>
            </a:fld>
            <a:endParaRPr lang="en-GB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8A2FB4B-208E-EA2F-E669-C9D7FED7C2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33049" y="1422000"/>
            <a:ext cx="4373151" cy="46044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 noProof="0" dirty="0"/>
              <a:t>Click icon to add chart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D972995-F343-5EB9-4D78-ED8FA7C8A3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99" y="1422000"/>
            <a:ext cx="4392563" cy="46044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 noProof="0" dirty="0"/>
              <a:t>Click icon to add chart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84D074-D304-8513-1FE1-BD77E1CA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3383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75" userDrawn="1">
          <p15:clr>
            <a:srgbClr val="FBAE40"/>
          </p15:clr>
        </p15:guide>
        <p15:guide id="2" pos="316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hart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3525599" y="3830400"/>
            <a:ext cx="2844000" cy="2196000"/>
          </a:xfrm>
        </p:spPr>
        <p:txBody>
          <a:bodyPr tIns="0"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489000" y="3830400"/>
            <a:ext cx="2844000" cy="2196000"/>
          </a:xfrm>
        </p:spPr>
        <p:txBody>
          <a:bodyPr tIns="0"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9000" y="1422000"/>
            <a:ext cx="2844000" cy="2196000"/>
          </a:xfrm>
        </p:spPr>
        <p:txBody>
          <a:bodyPr tIns="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6562199" y="3830400"/>
            <a:ext cx="2844000" cy="2196000"/>
          </a:xfrm>
        </p:spPr>
        <p:txBody>
          <a:bodyPr tIns="0"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25599" y="1422000"/>
            <a:ext cx="2844000" cy="2196000"/>
          </a:xfrm>
        </p:spPr>
        <p:txBody>
          <a:bodyPr tIns="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562199" y="1422000"/>
            <a:ext cx="2844000" cy="2196000"/>
          </a:xfrm>
        </p:spPr>
        <p:txBody>
          <a:bodyPr tIns="0"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6EDE46-23ED-49B7-0DB2-8D71F9E7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1336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98" userDrawn="1">
          <p15:clr>
            <a:srgbClr val="FBAE40"/>
          </p15:clr>
        </p15:guide>
        <p15:guide id="2" pos="2216" userDrawn="1">
          <p15:clr>
            <a:srgbClr val="FBAE40"/>
          </p15:clr>
        </p15:guide>
        <p15:guide id="3" pos="4014" userDrawn="1">
          <p15:clr>
            <a:srgbClr val="FBAE40"/>
          </p15:clr>
        </p15:guide>
        <p15:guide id="4" pos="4133" userDrawn="1">
          <p15:clr>
            <a:srgbClr val="FBAE40"/>
          </p15:clr>
        </p15:guide>
        <p15:guide id="5" orient="horz" pos="2273" userDrawn="1">
          <p15:clr>
            <a:srgbClr val="FBAE40"/>
          </p15:clr>
        </p15:guide>
        <p15:guide id="6" orient="horz" pos="2409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1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D59A7C6-0E18-9111-39C9-ABDDAC179E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91022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BDA9500-829C-4663-0302-0035FC6D37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93094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AE8194-3AC8-6B1B-3915-0BCA9CBCD8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97238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5166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221967C-A786-C7D6-A547-A919EFDE87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8951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5E2B3826-42C1-2591-D492-2E99A94BE2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91022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4C8B23C-D390-4E7F-FA98-160DD2EBF94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95166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65EE93B-A254-DEA0-FBCA-19C2A025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97238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1A5F8F4F-7837-729C-330E-DEC9DDD9DC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93094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1C0662-275A-B8ED-E803-B6F594D4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0354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 - 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1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D59A7C6-0E18-9111-39C9-ABDDAC179E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91022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BDA9500-829C-4663-0302-0035FC6D37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93094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AE8194-3AC8-6B1B-3915-0BCA9CBCD8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97238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5166" y="2027200"/>
            <a:ext cx="1517403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3BC65A35-6452-3E6E-4C9E-F9184AF7E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8951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7BBF5AB-D509-4C36-001D-3C035F3B48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91022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FB63BBCE-AD90-EA73-960F-1059407805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95166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D7775C1-09CA-633B-1B74-3F9F40BCAA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97238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11E3B81-558C-653F-7B8E-0E570F0BA3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93094" y="1422400"/>
            <a:ext cx="17208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FE6752-8E95-360E-1A74-75FA0075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43706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 - Top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6FD814-D64E-80C6-B168-FC9B733ED025}"/>
              </a:ext>
            </a:extLst>
          </p:cNvPr>
          <p:cNvSpPr/>
          <p:nvPr userDrawn="1"/>
        </p:nvSpPr>
        <p:spPr>
          <a:xfrm>
            <a:off x="0" y="-1"/>
            <a:ext cx="9906000" cy="27698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0" y="2031459"/>
            <a:ext cx="1650948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D59A7C6-0E18-9111-39C9-ABDDAC179E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05525" y="2031459"/>
            <a:ext cx="1650948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BDA9500-829C-4663-0302-0035FC6D37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22100" y="2031459"/>
            <a:ext cx="1650948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AE8194-3AC8-6B1B-3915-0BCA9CBCD8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55251" y="2031459"/>
            <a:ext cx="1650948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38675" y="2031459"/>
            <a:ext cx="1650948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FBDDF9D-A0DA-1BA3-5F71-A622A1C1CE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00" y="1422400"/>
            <a:ext cx="8917200" cy="4953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2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C6FBC5-25BC-17FD-24A5-354C7EA0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9338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 - Top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6FD814-D64E-80C6-B168-FC9B733ED025}"/>
              </a:ext>
            </a:extLst>
          </p:cNvPr>
          <p:cNvSpPr/>
          <p:nvPr userDrawn="1"/>
        </p:nvSpPr>
        <p:spPr>
          <a:xfrm>
            <a:off x="0" y="-1"/>
            <a:ext cx="9906000" cy="27698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0" y="2031459"/>
            <a:ext cx="2096894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BDA9500-829C-4663-0302-0035FC6D37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402" y="2031459"/>
            <a:ext cx="2096894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AE8194-3AC8-6B1B-3915-0BCA9CBCD8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9306" y="2031459"/>
            <a:ext cx="2096894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5854" y="2031459"/>
            <a:ext cx="2096894" cy="3995341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FBDDF9D-A0DA-1BA3-5F71-A622A1C1CE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00" y="1422400"/>
            <a:ext cx="8917200" cy="4953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2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4D1203-008E-DA9B-FC88-BB9C2B70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46503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1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D59A7C6-0E18-9111-39C9-ABDDAC179E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2753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BDA9500-829C-4663-0302-0035FC6D37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76556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0360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221967C-A786-C7D6-A547-A919EFDE87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8951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5E2B3826-42C1-2591-D492-2E99A94BE2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2753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4C8B23C-D390-4E7F-FA98-160DD2EBF94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76556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1A5F8F4F-7837-729C-330E-DEC9DDD9DC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20360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tx2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CB6ED4-C1AD-2E01-32C0-0CBF0EAA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37552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 - 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8951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D59A7C6-0E18-9111-39C9-ABDDAC179E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2753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BDA9500-829C-4663-0302-0035FC6D37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76556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0360" y="2027200"/>
            <a:ext cx="1987920" cy="3995341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221967C-A786-C7D6-A547-A919EFDE87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8951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5E2B3826-42C1-2591-D492-2E99A94BE2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2753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4C8B23C-D390-4E7F-FA98-160DD2EBF94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76556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1A5F8F4F-7837-729C-330E-DEC9DDD9DC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20360" y="1422400"/>
            <a:ext cx="2196000" cy="604800"/>
          </a:xfrm>
          <a:prstGeom prst="homePlate">
            <a:avLst>
              <a:gd name="adj" fmla="val 33201"/>
            </a:avLst>
          </a:prstGeom>
          <a:solidFill>
            <a:schemeClr val="accent1"/>
          </a:solidFill>
        </p:spPr>
        <p:txBody>
          <a:bodyPr lIns="54000" tIns="54000" rIns="54000" bIns="5400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A48662-C856-59C8-EFD6-45BBE8B2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9106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Box with Icon and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3D24B09-F04D-A35F-F6E6-ACEF5CC22E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951" y="1422400"/>
            <a:ext cx="4374000" cy="2226449"/>
          </a:xfrm>
          <a:custGeom>
            <a:avLst/>
            <a:gdLst>
              <a:gd name="connsiteX0" fmla="*/ 0 w 4374000"/>
              <a:gd name="connsiteY0" fmla="*/ 0 h 2226449"/>
              <a:gd name="connsiteX1" fmla="*/ 4374000 w 4374000"/>
              <a:gd name="connsiteY1" fmla="*/ 0 h 2226449"/>
              <a:gd name="connsiteX2" fmla="*/ 4374000 w 4374000"/>
              <a:gd name="connsiteY2" fmla="*/ 1374417 h 2226449"/>
              <a:gd name="connsiteX3" fmla="*/ 3203671 w 4374000"/>
              <a:gd name="connsiteY3" fmla="*/ 1374417 h 2226449"/>
              <a:gd name="connsiteX4" fmla="*/ 3203671 w 4374000"/>
              <a:gd name="connsiteY4" fmla="*/ 2226449 h 2226449"/>
              <a:gd name="connsiteX5" fmla="*/ 0 w 4374000"/>
              <a:gd name="connsiteY5" fmla="*/ 2226449 h 222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4000" h="2226449">
                <a:moveTo>
                  <a:pt x="0" y="0"/>
                </a:moveTo>
                <a:lnTo>
                  <a:pt x="4374000" y="0"/>
                </a:lnTo>
                <a:lnTo>
                  <a:pt x="4374000" y="1374417"/>
                </a:lnTo>
                <a:lnTo>
                  <a:pt x="3203671" y="1374417"/>
                </a:lnTo>
                <a:lnTo>
                  <a:pt x="3203671" y="2226449"/>
                </a:lnTo>
                <a:lnTo>
                  <a:pt x="0" y="22264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54000" tIns="54000" rIns="1260000" bIns="54000">
            <a:noAutofit/>
          </a:bodyPr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8700D10-FA6D-DE9C-4022-3844CC8652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33194" y="1422399"/>
            <a:ext cx="4374000" cy="2226449"/>
          </a:xfrm>
          <a:custGeom>
            <a:avLst/>
            <a:gdLst>
              <a:gd name="connsiteX0" fmla="*/ 0 w 4374000"/>
              <a:gd name="connsiteY0" fmla="*/ 0 h 2226449"/>
              <a:gd name="connsiteX1" fmla="*/ 4374000 w 4374000"/>
              <a:gd name="connsiteY1" fmla="*/ 0 h 2226449"/>
              <a:gd name="connsiteX2" fmla="*/ 4374000 w 4374000"/>
              <a:gd name="connsiteY2" fmla="*/ 2226449 h 2226449"/>
              <a:gd name="connsiteX3" fmla="*/ 1170329 w 4374000"/>
              <a:gd name="connsiteY3" fmla="*/ 2226449 h 2226449"/>
              <a:gd name="connsiteX4" fmla="*/ 1170329 w 4374000"/>
              <a:gd name="connsiteY4" fmla="*/ 1374417 h 2226449"/>
              <a:gd name="connsiteX5" fmla="*/ 0 w 4374000"/>
              <a:gd name="connsiteY5" fmla="*/ 1374417 h 222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4000" h="2226449">
                <a:moveTo>
                  <a:pt x="0" y="0"/>
                </a:moveTo>
                <a:lnTo>
                  <a:pt x="4374000" y="0"/>
                </a:lnTo>
                <a:lnTo>
                  <a:pt x="4374000" y="2226449"/>
                </a:lnTo>
                <a:lnTo>
                  <a:pt x="1170329" y="2226449"/>
                </a:lnTo>
                <a:lnTo>
                  <a:pt x="1170329" y="1374417"/>
                </a:lnTo>
                <a:lnTo>
                  <a:pt x="0" y="137441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1260000" tIns="54000" rIns="54000" bIns="54000">
            <a:noAutofit/>
          </a:bodyPr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84B218A-9E30-C79E-3551-C66EC39860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951" y="3788352"/>
            <a:ext cx="4374000" cy="2226449"/>
          </a:xfrm>
          <a:custGeom>
            <a:avLst/>
            <a:gdLst>
              <a:gd name="connsiteX0" fmla="*/ 0 w 4374000"/>
              <a:gd name="connsiteY0" fmla="*/ 0 h 2226449"/>
              <a:gd name="connsiteX1" fmla="*/ 3203671 w 4374000"/>
              <a:gd name="connsiteY1" fmla="*/ 0 h 2226449"/>
              <a:gd name="connsiteX2" fmla="*/ 3203671 w 4374000"/>
              <a:gd name="connsiteY2" fmla="*/ 852032 h 2226449"/>
              <a:gd name="connsiteX3" fmla="*/ 4374000 w 4374000"/>
              <a:gd name="connsiteY3" fmla="*/ 852032 h 2226449"/>
              <a:gd name="connsiteX4" fmla="*/ 4374000 w 4374000"/>
              <a:gd name="connsiteY4" fmla="*/ 2226449 h 2226449"/>
              <a:gd name="connsiteX5" fmla="*/ 0 w 4374000"/>
              <a:gd name="connsiteY5" fmla="*/ 2226449 h 222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4000" h="2226449">
                <a:moveTo>
                  <a:pt x="0" y="0"/>
                </a:moveTo>
                <a:lnTo>
                  <a:pt x="3203671" y="0"/>
                </a:lnTo>
                <a:lnTo>
                  <a:pt x="3203671" y="852032"/>
                </a:lnTo>
                <a:lnTo>
                  <a:pt x="4374000" y="852032"/>
                </a:lnTo>
                <a:lnTo>
                  <a:pt x="4374000" y="2226449"/>
                </a:lnTo>
                <a:lnTo>
                  <a:pt x="0" y="22264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54000" tIns="54000" rIns="1260000" bIns="54000">
            <a:noAutofit/>
          </a:bodyPr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4FD16EE-FE57-15A9-7957-95C8CF4673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3194" y="3788352"/>
            <a:ext cx="4374000" cy="2226449"/>
          </a:xfrm>
          <a:custGeom>
            <a:avLst/>
            <a:gdLst>
              <a:gd name="connsiteX0" fmla="*/ 1170329 w 4374000"/>
              <a:gd name="connsiteY0" fmla="*/ 0 h 2226449"/>
              <a:gd name="connsiteX1" fmla="*/ 4374000 w 4374000"/>
              <a:gd name="connsiteY1" fmla="*/ 0 h 2226449"/>
              <a:gd name="connsiteX2" fmla="*/ 4374000 w 4374000"/>
              <a:gd name="connsiteY2" fmla="*/ 2226449 h 2226449"/>
              <a:gd name="connsiteX3" fmla="*/ 0 w 4374000"/>
              <a:gd name="connsiteY3" fmla="*/ 2226449 h 2226449"/>
              <a:gd name="connsiteX4" fmla="*/ 0 w 4374000"/>
              <a:gd name="connsiteY4" fmla="*/ 852032 h 2226449"/>
              <a:gd name="connsiteX5" fmla="*/ 1170329 w 4374000"/>
              <a:gd name="connsiteY5" fmla="*/ 852032 h 222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4000" h="2226449">
                <a:moveTo>
                  <a:pt x="1170329" y="0"/>
                </a:moveTo>
                <a:lnTo>
                  <a:pt x="4374000" y="0"/>
                </a:lnTo>
                <a:lnTo>
                  <a:pt x="4374000" y="2226449"/>
                </a:lnTo>
                <a:lnTo>
                  <a:pt x="0" y="2226449"/>
                </a:lnTo>
                <a:lnTo>
                  <a:pt x="0" y="852032"/>
                </a:lnTo>
                <a:lnTo>
                  <a:pt x="1170329" y="85203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1260000" tIns="54000" rIns="54000" bIns="54000">
            <a:noAutofit/>
          </a:bodyPr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1AEF7-449A-96B1-BC65-3ADFDA9380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41410" y="2940750"/>
            <a:ext cx="2232000" cy="1548000"/>
          </a:xfr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algn="ctr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algn="ctr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031C78-878C-D2D5-7F6F-54983EC0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54930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9000" y="1782000"/>
            <a:ext cx="4373150" cy="424440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3049" y="1782000"/>
            <a:ext cx="4373151" cy="424440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3BCD05C-82DA-A53E-118D-FE2B9CC925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00" y="1422000"/>
            <a:ext cx="4373150" cy="360000"/>
          </a:xfrm>
          <a:solidFill>
            <a:schemeClr val="accent2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43820B7-B4CD-3380-0FA6-51F26596C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3049" y="1422000"/>
            <a:ext cx="4373151" cy="360000"/>
          </a:xfrm>
          <a:solidFill>
            <a:schemeClr val="accent2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92DEB8-0647-8FAD-FA03-3AA61A78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62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Qua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9000" y="1782000"/>
            <a:ext cx="4373150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3049" y="1782000"/>
            <a:ext cx="4373151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3BCD05C-82DA-A53E-118D-FE2B9CC925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00" y="1422000"/>
            <a:ext cx="4373150" cy="360000"/>
          </a:xfrm>
          <a:solidFill>
            <a:schemeClr val="accent2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43820B7-B4CD-3380-0FA6-51F26596C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3049" y="1422000"/>
            <a:ext cx="4373151" cy="360000"/>
          </a:xfrm>
          <a:solidFill>
            <a:schemeClr val="accent2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D0FAC58-7A23-9FB0-2EAD-D4D6CE6469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000" y="4255153"/>
            <a:ext cx="4373150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006ACA-4B01-0942-44C5-71458D34FC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3049" y="4255153"/>
            <a:ext cx="4373151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F7A9092-E1C5-294D-1155-DEB4262276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9000" y="3894386"/>
            <a:ext cx="4373150" cy="360000"/>
          </a:xfrm>
          <a:solidFill>
            <a:schemeClr val="accent2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E2C9D08-22A2-67CA-4E1D-D40C853490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33049" y="3894386"/>
            <a:ext cx="4373151" cy="360000"/>
          </a:xfrm>
          <a:solidFill>
            <a:schemeClr val="accent2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2EC5E7-2C83-6669-8C02-1AB0AEDE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6292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Quad Boxes BG Dark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5784AC4A-5460-EA1A-3FDB-98141E12F8DE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9000" y="1782000"/>
            <a:ext cx="4373150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6"/>
          </p:nvPr>
        </p:nvSpPr>
        <p:spPr>
          <a:xfrm>
            <a:off x="9176400" y="6386400"/>
            <a:ext cx="241200" cy="151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0A030A7-DDFF-5BD0-D155-0F7A3E4F92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3049" y="1782000"/>
            <a:ext cx="4373151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3BCD05C-82DA-A53E-118D-FE2B9CC925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00" y="1422000"/>
            <a:ext cx="4373150" cy="360000"/>
          </a:xfrm>
          <a:solidFill>
            <a:schemeClr val="accent1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43820B7-B4CD-3380-0FA6-51F26596C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3049" y="1422000"/>
            <a:ext cx="4373151" cy="360000"/>
          </a:xfrm>
          <a:solidFill>
            <a:schemeClr val="accent1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D0FAC58-7A23-9FB0-2EAD-D4D6CE6469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000" y="4255153"/>
            <a:ext cx="4373150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006ACA-4B01-0942-44C5-71458D34FC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3049" y="4255153"/>
            <a:ext cx="4373151" cy="177124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4000" tIns="54000" rIns="54000" bIns="54000"/>
          <a:lstStyle>
            <a:lvl5pPr>
              <a:defRPr/>
            </a:lvl5pPr>
          </a:lstStyle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F7A9092-E1C5-294D-1155-DEB4262276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9000" y="3894386"/>
            <a:ext cx="4373150" cy="360000"/>
          </a:xfrm>
          <a:solidFill>
            <a:schemeClr val="accent1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E2C9D08-22A2-67CA-4E1D-D40C853490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33049" y="3894386"/>
            <a:ext cx="4373151" cy="360000"/>
          </a:xfrm>
          <a:solidFill>
            <a:schemeClr val="accent1"/>
          </a:solidFill>
        </p:spPr>
        <p:txBody>
          <a:bodyPr vert="horz" lIns="54000" tIns="54000" rIns="54000" bIns="54000" rtlCol="0" anchor="ctr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F52E99F-3954-64C6-95AD-D3A1BF2079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50" y="6373386"/>
            <a:ext cx="428967" cy="172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25EF02-EEDF-1439-423D-592D1F837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7731459" y="6413620"/>
            <a:ext cx="1330492" cy="9233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4BA454-BA97-FD99-F32F-5B7244D51A39}"/>
              </a:ext>
            </a:extLst>
          </p:cNvPr>
          <p:cNvCxnSpPr/>
          <p:nvPr userDrawn="1"/>
        </p:nvCxnSpPr>
        <p:spPr>
          <a:xfrm>
            <a:off x="9156505" y="6385080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F2A0674-CAFC-C8A9-A98D-5F38E547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CC3BD-AF66-B86A-5168-4FEAFA207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1556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- D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1157A0-CC58-5385-B225-CF349FE3984A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46250" tIns="146250" rIns="146250" bIns="14625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715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8FF0B85-A8F8-4A06-B87F-75702FC6E4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4388" y="3861848"/>
            <a:ext cx="6255182" cy="1843088"/>
          </a:xfrm>
        </p:spPr>
        <p:txBody>
          <a:bodyPr tIns="0" anchor="b"/>
          <a:lstStyle>
            <a:lvl1pPr>
              <a:buFontTx/>
              <a:buNone/>
              <a:defRPr sz="1000" b="0">
                <a:solidFill>
                  <a:schemeClr val="bg1"/>
                </a:solidFill>
              </a:defRPr>
            </a:lvl1pPr>
            <a:lvl2pPr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[Please include the disclaimer in this area, in the same font size and colour as content within the document]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BB9D8953-E9B3-BE5F-A102-10FE8CDE52C3}"/>
              </a:ext>
            </a:extLst>
          </p:cNvPr>
          <p:cNvSpPr txBox="1"/>
          <p:nvPr userDrawn="1"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" b="0" kern="1200" noProof="0" dirty="0">
                <a:ln>
                  <a:noFill/>
                </a:ln>
                <a:noFill/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9EC4371-8062-A9BB-6564-26E23561D2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D9542-B97A-3F07-9C6A-71679F4958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06865-CA44-520D-5E3E-419715EA7301}"/>
              </a:ext>
            </a:extLst>
          </p:cNvPr>
          <p:cNvSpPr txBox="1">
            <a:spLocks/>
          </p:cNvSpPr>
          <p:nvPr userDrawn="1"/>
        </p:nvSpPr>
        <p:spPr>
          <a:xfrm>
            <a:off x="814388" y="5859678"/>
            <a:ext cx="273151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GB" sz="1000" b="1" noProof="0" dirty="0">
                <a:solidFill>
                  <a:schemeClr val="bg1"/>
                </a:solidFill>
              </a:rPr>
              <a:t>Document Classification: KPMG Confidential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309B8AB5-E925-43B0-B023-F9641A2F1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14388" y="1422400"/>
            <a:ext cx="6255182" cy="3892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2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Cordia New"/>
              </a:rPr>
              <a:t>Some or all of the services described herein may not be permissible for KPMG audit clients and their affiliates or related entities.</a:t>
            </a:r>
            <a:endParaRPr lang="en-GB" sz="1200" dirty="0">
              <a:solidFill>
                <a:schemeClr val="bg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hlinkClick r:id="rId4"/>
            <a:extLst>
              <a:ext uri="{FF2B5EF4-FFF2-40B4-BE49-F238E27FC236}">
                <a16:creationId xmlns:a16="http://schemas.microsoft.com/office/drawing/2014/main" id="{7C5D2C89-A40B-08B1-2FE6-36ED2DFDF96D}"/>
              </a:ext>
            </a:extLst>
          </p:cNvPr>
          <p:cNvSpPr/>
          <p:nvPr userDrawn="1"/>
        </p:nvSpPr>
        <p:spPr>
          <a:xfrm>
            <a:off x="596516" y="2604209"/>
            <a:ext cx="2706624" cy="10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8FD54D-B17E-7BB4-1A56-E581046937F0}"/>
              </a:ext>
            </a:extLst>
          </p:cNvPr>
          <p:cNvSpPr txBox="1"/>
          <p:nvPr userDrawn="1"/>
        </p:nvSpPr>
        <p:spPr>
          <a:xfrm>
            <a:off x="844802" y="3335729"/>
            <a:ext cx="2458338" cy="2123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200" b="1" dirty="0">
                <a:solidFill>
                  <a:schemeClr val="bg1"/>
                </a:solidFill>
              </a:rPr>
              <a:t>kpmg.com/socialmedia</a:t>
            </a:r>
          </a:p>
        </p:txBody>
      </p:sp>
      <p:sp>
        <p:nvSpPr>
          <p:cNvPr id="3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EECF4414-99FD-ABEB-6C9C-BF9FFFF28D89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556995-797F-B259-4243-3A89D23639FD}"/>
              </a:ext>
            </a:extLst>
          </p:cNvPr>
          <p:cNvGrpSpPr/>
          <p:nvPr userDrawn="1"/>
        </p:nvGrpSpPr>
        <p:grpSpPr>
          <a:xfrm>
            <a:off x="821663" y="2879127"/>
            <a:ext cx="2015925" cy="362402"/>
            <a:chOff x="821663" y="2879127"/>
            <a:chExt cx="2015925" cy="36240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113129E-E5D4-7E49-4BF2-B27CE97DF818}"/>
                </a:ext>
              </a:extLst>
            </p:cNvPr>
            <p:cNvSpPr/>
            <p:nvPr userDrawn="1"/>
          </p:nvSpPr>
          <p:spPr>
            <a:xfrm>
              <a:off x="1257862" y="2918577"/>
              <a:ext cx="304800" cy="2889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DAB917-C2C4-702E-DFC9-22CBF52332DF}"/>
                </a:ext>
              </a:extLst>
            </p:cNvPr>
            <p:cNvSpPr/>
            <p:nvPr userDrawn="1"/>
          </p:nvSpPr>
          <p:spPr>
            <a:xfrm>
              <a:off x="1693756" y="2918577"/>
              <a:ext cx="281156" cy="32295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9493CA-1346-0409-E15A-9987FACBF905}"/>
                </a:ext>
              </a:extLst>
            </p:cNvPr>
            <p:cNvSpPr/>
            <p:nvPr userDrawn="1"/>
          </p:nvSpPr>
          <p:spPr>
            <a:xfrm>
              <a:off x="2505188" y="2924173"/>
              <a:ext cx="304800" cy="2889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5D4FA8F-8FFF-8BC9-CDDC-D3ACB58C96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862" y="2881529"/>
              <a:ext cx="360000" cy="360000"/>
            </a:xfrm>
            <a:prstGeom prst="rect">
              <a:avLst/>
            </a:prstGeom>
          </p:spPr>
        </p:pic>
        <p:pic>
          <p:nvPicPr>
            <p:cNvPr id="24" name="Picture 23" descr="Icon&#10;&#10;Description automatically generated">
              <a:extLst>
                <a:ext uri="{FF2B5EF4-FFF2-40B4-BE49-F238E27FC236}">
                  <a16:creationId xmlns:a16="http://schemas.microsoft.com/office/drawing/2014/main" id="{7D1D7723-E23B-8F3A-8546-33478E69AA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8248" y="2881529"/>
              <a:ext cx="359648" cy="360000"/>
            </a:xfrm>
            <a:prstGeom prst="rect">
              <a:avLst/>
            </a:prstGeom>
          </p:spPr>
        </p:pic>
        <p:pic>
          <p:nvPicPr>
            <p:cNvPr id="25" name="Picture 24" descr="Logo&#10;&#10;Description automatically generated">
              <a:extLst>
                <a:ext uri="{FF2B5EF4-FFF2-40B4-BE49-F238E27FC236}">
                  <a16:creationId xmlns:a16="http://schemas.microsoft.com/office/drawing/2014/main" id="{F14FA7C6-606B-B0BB-8A99-3879CAE031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0262" y="2879127"/>
              <a:ext cx="360000" cy="360000"/>
            </a:xfrm>
            <a:prstGeom prst="rect">
              <a:avLst/>
            </a:prstGeom>
          </p:spPr>
        </p:pic>
        <p:pic>
          <p:nvPicPr>
            <p:cNvPr id="26" name="Picture 25" descr="Icon&#10;&#10;Description automatically generated">
              <a:extLst>
                <a:ext uri="{FF2B5EF4-FFF2-40B4-BE49-F238E27FC236}">
                  <a16:creationId xmlns:a16="http://schemas.microsoft.com/office/drawing/2014/main" id="{9B98720B-4B36-72C1-9368-9C9B71564D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7588" y="2881529"/>
              <a:ext cx="360000" cy="360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FC6E753-034B-FF82-6554-A15415BA61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21663" y="2882342"/>
              <a:ext cx="352043" cy="3591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72736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- Light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93ACA17-B735-AB33-809B-9F210CE8314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8FF0B85-A8F8-4A06-B87F-75702FC6E4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4388" y="3861848"/>
            <a:ext cx="6255182" cy="1843088"/>
          </a:xfrm>
        </p:spPr>
        <p:txBody>
          <a:bodyPr tIns="0" anchor="b"/>
          <a:lstStyle>
            <a:lvl1pPr>
              <a:buFontTx/>
              <a:buNone/>
              <a:defRPr sz="1000" b="0">
                <a:solidFill>
                  <a:schemeClr val="tx2"/>
                </a:solidFill>
              </a:defRPr>
            </a:lvl1pPr>
            <a:lvl2pPr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[Please include the disclaimer in this area, in the same font size and colour as content within the document]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BB9D8953-E9B3-BE5F-A102-10FE8CDE52C3}"/>
              </a:ext>
            </a:extLst>
          </p:cNvPr>
          <p:cNvSpPr txBox="1"/>
          <p:nvPr userDrawn="1"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" b="0" kern="1200" noProof="0" dirty="0">
                <a:ln>
                  <a:noFill/>
                </a:ln>
                <a:noFill/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D9542-B97A-3F07-9C6A-71679F4958AB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06865-CA44-520D-5E3E-419715EA7301}"/>
              </a:ext>
            </a:extLst>
          </p:cNvPr>
          <p:cNvSpPr txBox="1">
            <a:spLocks/>
          </p:cNvSpPr>
          <p:nvPr userDrawn="1"/>
        </p:nvSpPr>
        <p:spPr>
          <a:xfrm>
            <a:off x="814388" y="5859678"/>
            <a:ext cx="273151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GB" sz="1000" b="1" noProof="0" dirty="0">
                <a:solidFill>
                  <a:schemeClr val="tx2"/>
                </a:solidFill>
              </a:rPr>
              <a:t>Document Classification: KPMG Confidential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63EF5A1C-6E98-0471-823C-CA59FCB349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5E14786-3465-4DEA-ABCF-5BB1FA81A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14388" y="1422400"/>
            <a:ext cx="6255182" cy="3892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200" kern="1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Cordia New"/>
              </a:rPr>
              <a:t>Some or all of the services described herein may not be permissible for KPMG audit clients and their affiliates or related entities.</a:t>
            </a:r>
            <a:endParaRPr lang="en-GB" sz="1200" dirty="0">
              <a:solidFill>
                <a:schemeClr val="tx2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hlinkClick r:id="rId4"/>
            <a:extLst>
              <a:ext uri="{FF2B5EF4-FFF2-40B4-BE49-F238E27FC236}">
                <a16:creationId xmlns:a16="http://schemas.microsoft.com/office/drawing/2014/main" id="{634D24CF-722B-E476-0ADF-82F767C4E2EF}"/>
              </a:ext>
            </a:extLst>
          </p:cNvPr>
          <p:cNvSpPr/>
          <p:nvPr userDrawn="1"/>
        </p:nvSpPr>
        <p:spPr>
          <a:xfrm>
            <a:off x="596516" y="2604209"/>
            <a:ext cx="2706624" cy="10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500" dirty="0">
              <a:solidFill>
                <a:schemeClr val="tx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A1B366-1758-9BF3-7B9C-41B8FF594434}"/>
              </a:ext>
            </a:extLst>
          </p:cNvPr>
          <p:cNvSpPr txBox="1"/>
          <p:nvPr userDrawn="1"/>
        </p:nvSpPr>
        <p:spPr>
          <a:xfrm>
            <a:off x="844802" y="3335729"/>
            <a:ext cx="2458338" cy="2123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200" b="1" dirty="0">
                <a:solidFill>
                  <a:schemeClr val="tx2"/>
                </a:solidFill>
              </a:rPr>
              <a:t>kpmg.com/socialmedia</a:t>
            </a:r>
          </a:p>
        </p:txBody>
      </p:sp>
      <p:sp>
        <p:nvSpPr>
          <p:cNvPr id="3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1472B83C-DC5B-2E09-1E24-AD96A104CD3D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B428F6-1462-0E7B-89CB-055AE32BF54A}"/>
              </a:ext>
            </a:extLst>
          </p:cNvPr>
          <p:cNvGrpSpPr/>
          <p:nvPr userDrawn="1"/>
        </p:nvGrpSpPr>
        <p:grpSpPr>
          <a:xfrm>
            <a:off x="821663" y="2879127"/>
            <a:ext cx="2015925" cy="362402"/>
            <a:chOff x="821663" y="2879127"/>
            <a:chExt cx="2015925" cy="36240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501E9F-755E-1F23-E4B0-1CA60E987530}"/>
                </a:ext>
              </a:extLst>
            </p:cNvPr>
            <p:cNvSpPr/>
            <p:nvPr userDrawn="1"/>
          </p:nvSpPr>
          <p:spPr>
            <a:xfrm>
              <a:off x="1257862" y="2918577"/>
              <a:ext cx="304800" cy="2889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C0CC895-C191-8166-B583-60D219F2C7B9}"/>
                </a:ext>
              </a:extLst>
            </p:cNvPr>
            <p:cNvSpPr/>
            <p:nvPr userDrawn="1"/>
          </p:nvSpPr>
          <p:spPr>
            <a:xfrm>
              <a:off x="1693756" y="2918577"/>
              <a:ext cx="281156" cy="32295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A7C240-7A5C-6147-997A-61A769680436}"/>
                </a:ext>
              </a:extLst>
            </p:cNvPr>
            <p:cNvSpPr/>
            <p:nvPr userDrawn="1"/>
          </p:nvSpPr>
          <p:spPr>
            <a:xfrm>
              <a:off x="2505188" y="2924173"/>
              <a:ext cx="304800" cy="2889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EBC771-0663-3B7C-621A-1994B88D1E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862" y="2881529"/>
              <a:ext cx="360000" cy="360000"/>
            </a:xfrm>
            <a:prstGeom prst="rect">
              <a:avLst/>
            </a:prstGeom>
          </p:spPr>
        </p:pic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D7140C57-BD2B-33E2-66C2-6AEFBF12C4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8248" y="2881529"/>
              <a:ext cx="359648" cy="360000"/>
            </a:xfrm>
            <a:prstGeom prst="rect">
              <a:avLst/>
            </a:prstGeom>
          </p:spPr>
        </p:pic>
        <p:pic>
          <p:nvPicPr>
            <p:cNvPr id="26" name="Picture 25" descr="Logo&#10;&#10;Description automatically generated">
              <a:extLst>
                <a:ext uri="{FF2B5EF4-FFF2-40B4-BE49-F238E27FC236}">
                  <a16:creationId xmlns:a16="http://schemas.microsoft.com/office/drawing/2014/main" id="{900134CC-B964-B6FF-7D78-C2E8C43861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0262" y="2879127"/>
              <a:ext cx="360000" cy="360000"/>
            </a:xfrm>
            <a:prstGeom prst="rect">
              <a:avLst/>
            </a:prstGeom>
          </p:spPr>
        </p:pic>
        <p:pic>
          <p:nvPicPr>
            <p:cNvPr id="27" name="Picture 26" descr="Icon&#10;&#10;Description automatically generated">
              <a:extLst>
                <a:ext uri="{FF2B5EF4-FFF2-40B4-BE49-F238E27FC236}">
                  <a16:creationId xmlns:a16="http://schemas.microsoft.com/office/drawing/2014/main" id="{E4E1856B-C250-9442-C73E-086AE64638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7588" y="2881529"/>
              <a:ext cx="360000" cy="3600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59B5F64-9AB9-3E89-CA43-FA1607C15A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21663" y="2882342"/>
              <a:ext cx="352043" cy="3591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35784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pPr algn="r" defTabSz="457200"/>
            <a:fld id="{4D41ED6B-0A05-44D7-9208-91571559B6FC}" type="slidenum">
              <a:rPr lang="en-GB" smtClean="0"/>
              <a:pPr algn="r" defTabSz="457200"/>
              <a:t>‹#›</a:t>
            </a:fld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47DB4F-DCED-43AA-9C74-DF1BACD5E37F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900" dirty="0">
              <a:solidFill>
                <a:srgbClr val="FFFFFF"/>
              </a:solidFill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0282CC69-C13C-4D25-9CB6-892E36A4F4C8}"/>
              </a:ext>
            </a:extLst>
          </p:cNvPr>
          <p:cNvSpPr txBox="1"/>
          <p:nvPr userDrawn="1"/>
        </p:nvSpPr>
        <p:spPr>
          <a:xfrm>
            <a:off x="7542000" y="6415200"/>
            <a:ext cx="1522800" cy="936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26AB82-CF2E-4954-B136-FC79C3A8EE85}"/>
              </a:ext>
            </a:extLst>
          </p:cNvPr>
          <p:cNvSpPr txBox="1">
            <a:spLocks/>
          </p:cNvSpPr>
          <p:nvPr userDrawn="1"/>
        </p:nvSpPr>
        <p:spPr>
          <a:xfrm>
            <a:off x="9176400" y="6386400"/>
            <a:ext cx="241200" cy="151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r"/>
            <a:fld id="{AB74D6CB-A7ED-42CC-B575-B2FFA1180E0C}" type="slidenum">
              <a:rPr lang="de-DE" sz="1000" b="0" smtClean="0">
                <a:solidFill>
                  <a:schemeClr val="bg1"/>
                </a:solidFill>
              </a:rPr>
              <a:pPr algn="r"/>
              <a:t>‹#›</a:t>
            </a:fld>
            <a:endParaRPr lang="de-DE" sz="1000" b="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8A2E93-B49B-4D96-BA08-BC85EF73B555}"/>
              </a:ext>
            </a:extLst>
          </p:cNvPr>
          <p:cNvCxnSpPr/>
          <p:nvPr userDrawn="1"/>
        </p:nvCxnSpPr>
        <p:spPr>
          <a:xfrm>
            <a:off x="9158400" y="6386400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56A94187-05A4-4CCE-9C3B-014469C9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950" y="6373386"/>
            <a:ext cx="428967" cy="172800"/>
          </a:xfrm>
          <a:prstGeom prst="rect">
            <a:avLst/>
          </a:prstGeom>
        </p:spPr>
      </p:pic>
      <p:sp>
        <p:nvSpPr>
          <p:cNvPr id="6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73F771C0-6F22-992B-DD74-E1813B2878F0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6EE6E-F52E-0B5D-8BDD-26C8F9391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68376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9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000" y="451575"/>
            <a:ext cx="8917200" cy="745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[Contents]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 defTabSz="457200"/>
            <a:fld id="{4D41ED6B-0A05-44D7-9208-91571559B6FC}" type="slidenum">
              <a:rPr lang="fr-FR" smtClean="0"/>
              <a:pPr algn="r" defTabSz="457200"/>
              <a:t>‹#›</a:t>
            </a:fld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4D99C-6723-468A-AB40-2EE56B35D080}"/>
              </a:ext>
            </a:extLst>
          </p:cNvPr>
          <p:cNvSpPr txBox="1">
            <a:spLocks/>
          </p:cNvSpPr>
          <p:nvPr userDrawn="1"/>
        </p:nvSpPr>
        <p:spPr>
          <a:xfrm>
            <a:off x="5918728" y="1423988"/>
            <a:ext cx="582085" cy="1542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Page</a:t>
            </a:r>
          </a:p>
        </p:txBody>
      </p:sp>
      <p:sp>
        <p:nvSpPr>
          <p:cNvPr id="7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DE6E2316-855E-ED3D-6E2D-7D5228D889FA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348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095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  <a:noFill/>
          <a:ln>
            <a:noFill/>
          </a:ln>
        </p:spPr>
        <p:txBody>
          <a:bodyPr anchor="b"/>
          <a:lstStyle>
            <a:lvl1pPr algn="l">
              <a:defRPr sz="100">
                <a:noFill/>
              </a:defRPr>
            </a:lvl1pPr>
          </a:lstStyle>
          <a:p>
            <a:pPr defTabSz="457200"/>
            <a:fld id="{4D41ED6B-0A05-44D7-9208-91571559B6FC}" type="slidenum">
              <a:rPr lang="de-DE" smtClean="0"/>
              <a:pPr defTabSz="457200"/>
              <a:t>‹#›</a:t>
            </a:fld>
            <a:endParaRPr lang="de-D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AF27BFE-4500-4537-07F0-3BA2756DF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AB4B1E-0F30-FD47-D6E5-5562D23E8035}"/>
              </a:ext>
            </a:extLst>
          </p:cNvPr>
          <p:cNvSpPr>
            <a:spLocks/>
          </p:cNvSpPr>
          <p:nvPr userDrawn="1"/>
        </p:nvSpPr>
        <p:spPr>
          <a:xfrm>
            <a:off x="814388" y="1422400"/>
            <a:ext cx="5902325" cy="409997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87F1-3D67-4989-B785-E8C453B81F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0977" y="4465785"/>
            <a:ext cx="4592586" cy="81000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5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DCB29B62-67F3-8FD4-D005-6B2EC88E1C3D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Alternati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AFD31B8-988F-4F5F-966E-DD53FE9400D8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9905998" cy="685800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  <a:ln>
            <a:noFill/>
          </a:ln>
        </p:spPr>
        <p:txBody>
          <a:bodyPr anchor="b"/>
          <a:lstStyle>
            <a:lvl1pPr algn="l">
              <a:defRPr sz="100">
                <a:noFill/>
              </a:defRPr>
            </a:lvl1pPr>
          </a:lstStyle>
          <a:p>
            <a:pPr defTabSz="457200"/>
            <a:fld id="{4D41ED6B-0A05-44D7-9208-91571559B6FC}" type="slidenum">
              <a:rPr lang="de-DE" smtClean="0"/>
              <a:pPr defTabSz="457200"/>
              <a:t>‹#›</a:t>
            </a:fld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AB4B1E-0F30-FD47-D6E5-5562D23E8035}"/>
              </a:ext>
            </a:extLst>
          </p:cNvPr>
          <p:cNvSpPr>
            <a:spLocks/>
          </p:cNvSpPr>
          <p:nvPr userDrawn="1"/>
        </p:nvSpPr>
        <p:spPr>
          <a:xfrm>
            <a:off x="810018" y="1420813"/>
            <a:ext cx="5902325" cy="409997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87F1-3D67-4989-B785-E8C453B81F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0977" y="4465785"/>
            <a:ext cx="4592586" cy="81000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GB" dirty="0" smtClean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8416BCF-B34D-4D64-BD4E-A5EA5E2EBF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4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043D2B91-BFAB-C4E4-DB60-3280F2207CED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1850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9E4C02-6E6B-D256-0591-294D7A7401A8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905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>
          <a:xfrm>
            <a:off x="27633" y="6795089"/>
            <a:ext cx="45719" cy="45719"/>
          </a:xfrm>
          <a:noFill/>
          <a:ln>
            <a:solidFill>
              <a:srgbClr val="6D2077"/>
            </a:solidFill>
          </a:ln>
        </p:spPr>
        <p:txBody>
          <a:bodyPr lIns="0" tIns="0" rIns="0" bIns="0" anchor="b" anchorCtr="0"/>
          <a:lstStyle>
            <a:lvl1pPr>
              <a:defRPr lang="fr-FR" sz="100" smtClean="0">
                <a:solidFill>
                  <a:srgbClr val="6D2077"/>
                </a:solidFill>
              </a:defRPr>
            </a:lvl1pPr>
          </a:lstStyle>
          <a:p>
            <a:pPr defTabSz="457200"/>
            <a:fld id="{4D41ED6B-0A05-44D7-9208-91571559B6FC}" type="slidenum">
              <a:rPr lang="fr-FR" smtClean="0"/>
              <a:pPr defTabSz="457200"/>
              <a:t>‹#›</a:t>
            </a:fld>
            <a:endParaRPr lang="fr-FR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C9ABDB-A8C7-C062-87B8-EE94DE24AA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4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FFC650C9-5F1C-9395-6AEB-28B8D625E77B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1532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lternative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9E4C02-6E6B-D256-0591-294D7A7401A8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906000" cy="6858000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>
          <a:xfrm>
            <a:off x="27633" y="6795089"/>
            <a:ext cx="45719" cy="45719"/>
          </a:xfrm>
          <a:noFill/>
          <a:ln>
            <a:solidFill>
              <a:srgbClr val="6D2077"/>
            </a:solidFill>
          </a:ln>
        </p:spPr>
        <p:txBody>
          <a:bodyPr lIns="0" tIns="0" rIns="0" bIns="0" anchor="b" anchorCtr="0"/>
          <a:lstStyle>
            <a:lvl1pPr>
              <a:defRPr lang="fr-FR" sz="100" smtClean="0">
                <a:solidFill>
                  <a:srgbClr val="6D2077"/>
                </a:solidFill>
              </a:defRPr>
            </a:lvl1pPr>
          </a:lstStyle>
          <a:p>
            <a:pPr defTabSz="457200"/>
            <a:fld id="{4D41ED6B-0A05-44D7-9208-91571559B6FC}" type="slidenum">
              <a:rPr lang="fr-FR" smtClean="0"/>
              <a:pPr defTabSz="457200"/>
              <a:t>‹#›</a:t>
            </a:fld>
            <a:endParaRPr lang="fr-FR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C9ABDB-A8C7-C062-87B8-EE94DE24AA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4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EF5262FC-9180-5A5D-5FBE-2881FDB3BAD7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6773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endix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>
            <a:spLocks/>
          </p:cNvSpPr>
          <p:nvPr userDrawn="1"/>
        </p:nvSpPr>
        <p:spPr>
          <a:xfrm>
            <a:off x="0" y="0"/>
            <a:ext cx="9905999" cy="6858000"/>
          </a:xfrm>
          <a:custGeom>
            <a:avLst/>
            <a:gdLst/>
            <a:ahLst/>
            <a:cxnLst/>
            <a:rect l="l" t="t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1E49E2"/>
          </a:solidFill>
        </p:spPr>
        <p:txBody>
          <a:bodyPr wrap="square" lIns="0" tIns="0" rIns="0" bIns="0" rtlCol="0">
            <a:noAutofit/>
          </a:bodyPr>
          <a:lstStyle/>
          <a:p>
            <a:endParaRPr sz="1800" dirty="0">
              <a:latin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  <a:noFill/>
          <a:ln>
            <a:noFill/>
          </a:ln>
        </p:spPr>
        <p:txBody>
          <a:bodyPr anchor="b"/>
          <a:lstStyle>
            <a:lvl1pPr algn="l">
              <a:defRPr sz="100">
                <a:noFill/>
              </a:defRPr>
            </a:lvl1pPr>
          </a:lstStyle>
          <a:p>
            <a:pPr defTabSz="457200"/>
            <a:fld id="{4D41ED6B-0A05-44D7-9208-91571559B6FC}" type="slidenum">
              <a:rPr lang="de-DE" smtClean="0"/>
              <a:pPr defTabSz="457200"/>
              <a:t>‹#›</a:t>
            </a:fld>
            <a:endParaRPr lang="de-D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AF27BFE-4500-4537-07F0-3BA2756DF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313438"/>
            <a:ext cx="786440" cy="316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AB4B1E-0F30-FD47-D6E5-5562D23E8035}"/>
              </a:ext>
            </a:extLst>
          </p:cNvPr>
          <p:cNvSpPr>
            <a:spLocks/>
          </p:cNvSpPr>
          <p:nvPr userDrawn="1"/>
        </p:nvSpPr>
        <p:spPr>
          <a:xfrm>
            <a:off x="814388" y="1422400"/>
            <a:ext cx="5902325" cy="409997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rgbClr val="00B8F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rgbClr val="00338D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87F1-3D67-4989-B785-E8C453B81F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0977" y="4465785"/>
            <a:ext cx="4592586" cy="81000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GB" dirty="0" smtClean="0">
                <a:solidFill>
                  <a:schemeClr val="tx2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GB" dirty="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5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E2BE1604-A223-EABF-CE66-689F1FF029AE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5452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38162" y="1440000"/>
            <a:ext cx="8807451" cy="4941750"/>
          </a:xfrm>
          <a:solidFill>
            <a:schemeClr val="bg1"/>
          </a:solidFill>
        </p:spPr>
        <p:txBody>
          <a:bodyPr numCol="1"/>
          <a:lstStyle>
            <a:lvl3pPr marL="180000" indent="-180000">
              <a:defRPr/>
            </a:lvl3pPr>
            <a:lvl4pPr marL="324000" indent="-1080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162" y="180000"/>
            <a:ext cx="8807451" cy="252000"/>
          </a:xfrm>
        </p:spPr>
        <p:txBody>
          <a:bodyPr vert="horz" lIns="36000" tIns="36000" rIns="36000" bIns="36000" rtlCol="0" anchor="b" anchorCtr="0">
            <a:noAutofit/>
          </a:bodyPr>
          <a:lstStyle>
            <a:lvl1pPr>
              <a:spcAft>
                <a:spcPts val="0"/>
              </a:spcAft>
              <a:defRPr lang="en-US" sz="1200" b="0" dirty="0" smtClean="0">
                <a:solidFill>
                  <a:schemeClr val="bg1">
                    <a:lumMod val="65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3pPr>
            <a:lvl4pPr marL="0" indent="0"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4pPr>
          </a:lstStyle>
          <a:p>
            <a:pPr lvl="0">
              <a:spcAft>
                <a:spcPts val="0"/>
              </a:spcAft>
            </a:pPr>
            <a:r>
              <a:rPr lang="en-US" dirty="0"/>
              <a:t>Super title here – ignore when not needed</a:t>
            </a:r>
          </a:p>
        </p:txBody>
      </p:sp>
    </p:spTree>
    <p:extLst>
      <p:ext uri="{BB962C8B-B14F-4D97-AF65-F5344CB8AC3E}">
        <p14:creationId xmlns:p14="http://schemas.microsoft.com/office/powerpoint/2010/main" val="18059386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ubsection number">
            <a:hlinkClick r:id="" action="ppaction://noaction"/>
            <a:extLst>
              <a:ext uri="{FF2B5EF4-FFF2-40B4-BE49-F238E27FC236}">
                <a16:creationId xmlns:a16="http://schemas.microsoft.com/office/drawing/2014/main" id="{D2DD77EA-3935-4322-94C3-5796E6ADE931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488950" y="205870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 anchorCtr="0">
            <a:noAutofit/>
          </a:bodyPr>
          <a:lstStyle/>
          <a:p>
            <a:pPr algn="l"/>
            <a:r>
              <a:rPr lang="en-US" sz="100" b="0" dirty="0">
                <a:ln>
                  <a:noFill/>
                </a:ln>
                <a:noFill/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" name="ZoneTexte 13">
            <a:extLst>
              <a:ext uri="{FF2B5EF4-FFF2-40B4-BE49-F238E27FC236}">
                <a16:creationId xmlns:a16="http://schemas.microsoft.com/office/drawing/2014/main" id="{80B37E8B-627D-4358-9910-393828FC61F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16318" y="2139758"/>
            <a:ext cx="7106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>
                <a:latin typeface="+mn-lt"/>
              </a:rPr>
              <a:t>A</a:t>
            </a:r>
          </a:p>
        </p:txBody>
      </p:sp>
      <p:sp>
        <p:nvSpPr>
          <p:cNvPr id="22" name="ZoneTexte 14">
            <a:extLst>
              <a:ext uri="{FF2B5EF4-FFF2-40B4-BE49-F238E27FC236}">
                <a16:creationId xmlns:a16="http://schemas.microsoft.com/office/drawing/2014/main" id="{56F13A24-6CC0-4D67-9214-CD892049922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4567362" y="2139758"/>
            <a:ext cx="27603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fr-FR" sz="1400" i="1" dirty="0">
                <a:latin typeface="+mn-lt"/>
              </a:rPr>
              <a:t>1</a:t>
            </a:r>
          </a:p>
        </p:txBody>
      </p:sp>
      <p:sp>
        <p:nvSpPr>
          <p:cNvPr id="24" name="Section number">
            <a:hlinkClick r:id="" action="ppaction://noaction"/>
            <a:extLst>
              <a:ext uri="{FF2B5EF4-FFF2-40B4-BE49-F238E27FC236}">
                <a16:creationId xmlns:a16="http://schemas.microsoft.com/office/drawing/2014/main" id="{CAD90201-3621-49A7-9035-064C9C8A91E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488950" y="185328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 anchorCtr="0">
            <a:noAutofit/>
          </a:bodyPr>
          <a:lstStyle/>
          <a:p>
            <a:pPr algn="l"/>
            <a:r>
              <a:rPr lang="en-US" sz="100" b="0" dirty="0">
                <a:ln>
                  <a:noFill/>
                </a:ln>
                <a:noFill/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TextBox 26">
            <a:hlinkClick r:id="" action="ppaction://noaction"/>
            <a:extLst>
              <a:ext uri="{FF2B5EF4-FFF2-40B4-BE49-F238E27FC236}">
                <a16:creationId xmlns:a16="http://schemas.microsoft.com/office/drawing/2014/main" id="{B38C4000-2B15-4967-BC43-2A5B143A0D0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461759" y="1853289"/>
            <a:ext cx="45719" cy="332407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noAutofit/>
          </a:bodyPr>
          <a:lstStyle/>
          <a:p>
            <a:pPr algn="r"/>
            <a:r>
              <a:rPr lang="en-US" sz="1000" b="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8" name="TextBox 27">
            <a:hlinkClick r:id="" action="ppaction://noaction"/>
            <a:extLst>
              <a:ext uri="{FF2B5EF4-FFF2-40B4-BE49-F238E27FC236}">
                <a16:creationId xmlns:a16="http://schemas.microsoft.com/office/drawing/2014/main" id="{648CD20D-5828-4532-98F8-1663F244AF6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6461759" y="2005689"/>
            <a:ext cx="45719" cy="332407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noAutofit/>
          </a:bodyPr>
          <a:lstStyle/>
          <a:p>
            <a:pPr algn="r"/>
            <a:r>
              <a:rPr lang="en-US" sz="1000" b="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74314-9FC0-4D88-BBD7-EF4F7C83D8B3}"/>
              </a:ext>
            </a:extLst>
          </p:cNvPr>
          <p:cNvSpPr>
            <a:spLocks/>
          </p:cNvSpPr>
          <p:nvPr userDrawn="1">
            <p:custDataLst>
              <p:tags r:id="rId7"/>
            </p:custDataLst>
          </p:nvPr>
        </p:nvSpPr>
        <p:spPr>
          <a:xfrm>
            <a:off x="488950" y="1697911"/>
            <a:ext cx="6045200" cy="43234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latin typeface="+mj-lt"/>
            </a:endParaRPr>
          </a:p>
        </p:txBody>
      </p:sp>
      <p:sp>
        <p:nvSpPr>
          <p:cNvPr id="15" name="TextBox 24">
            <a:hlinkClick r:id="" action="ppaction://noaction"/>
            <a:extLst>
              <a:ext uri="{FF2B5EF4-FFF2-40B4-BE49-F238E27FC236}">
                <a16:creationId xmlns:a16="http://schemas.microsoft.com/office/drawing/2014/main" id="{442DA7D7-005A-480E-A4F3-3FFE87FC8DEE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488950" y="1697913"/>
            <a:ext cx="4896098" cy="290928"/>
          </a:xfrm>
          <a:prstGeom prst="rect">
            <a:avLst/>
          </a:prstGeom>
          <a:noFill/>
        </p:spPr>
        <p:txBody>
          <a:bodyPr vert="horz" wrap="square" lIns="0" tIns="0" rIns="0" bIns="720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8" name="TextBox 25">
            <a:hlinkClick r:id="" action="ppaction://noaction"/>
            <a:extLst>
              <a:ext uri="{FF2B5EF4-FFF2-40B4-BE49-F238E27FC236}">
                <a16:creationId xmlns:a16="http://schemas.microsoft.com/office/drawing/2014/main" id="{CB524D01-859C-4A78-9F88-5FF12B0D656F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488950" y="1989138"/>
            <a:ext cx="4896098" cy="251730"/>
          </a:xfrm>
          <a:prstGeom prst="rect">
            <a:avLst/>
          </a:prstGeom>
          <a:noFill/>
        </p:spPr>
        <p:txBody>
          <a:bodyPr vert="horz" wrap="square" lIns="0" tIns="0" rIns="0" bIns="720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E0B54-076F-D928-3075-A493CA73FAE8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135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4095" userDrawn="1">
          <p15:clr>
            <a:srgbClr val="FBAE40"/>
          </p15:clr>
        </p15:guide>
        <p15:guide id="3" pos="521" userDrawn="1">
          <p15:clr>
            <a:srgbClr val="FBAE40"/>
          </p15:clr>
        </p15:guide>
        <p15:guide id="4" orient="horz" pos="1684" userDrawn="1">
          <p15:clr>
            <a:srgbClr val="FBAE40"/>
          </p15:clr>
        </p15:guide>
        <p15:guide id="5" orient="horz" pos="1434" userDrawn="1">
          <p15:clr>
            <a:srgbClr val="FBAE40"/>
          </p15:clr>
        </p15:guide>
        <p15:guide id="6" orient="horz" pos="1298" userDrawn="1">
          <p15:clr>
            <a:srgbClr val="FBAE40"/>
          </p15:clr>
        </p15:guide>
        <p15:guide id="7" orient="horz" pos="1253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19">
            <a:extLst>
              <a:ext uri="{FF2B5EF4-FFF2-40B4-BE49-F238E27FC236}">
                <a16:creationId xmlns:a16="http://schemas.microsoft.com/office/drawing/2014/main" id="{4E4D481B-F66E-4DCA-AF6F-5631D6194872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01874" y="5445224"/>
            <a:ext cx="6336000" cy="180000"/>
          </a:xfrm>
          <a:prstGeom prst="rect">
            <a:avLst/>
          </a:prstGeom>
          <a:noFill/>
        </p:spPr>
        <p:txBody>
          <a:bodyPr vert="horz" wrap="none" lIns="7020000" tIns="0" rIns="0" bIns="7740000" rtlCol="0" anchor="t" anchorCtr="0">
            <a:noAutofit/>
          </a:bodyPr>
          <a:lstStyle/>
          <a:p>
            <a:pPr marL="252000" indent="-252000">
              <a:buFont typeface="Arial" panose="020B0604020202020204" pitchFamily="34" charset="0"/>
              <a:buChar char="•"/>
            </a:pPr>
            <a:r>
              <a:rPr lang="fr-FR" sz="1200" i="0" dirty="0">
                <a:solidFill>
                  <a:schemeClr val="bg1"/>
                </a:solidFill>
                <a:latin typeface="+mj-lt"/>
              </a:rPr>
              <a:t>A</a:t>
            </a:r>
          </a:p>
        </p:txBody>
      </p:sp>
      <p:sp>
        <p:nvSpPr>
          <p:cNvPr id="22" name="ZoneTexte 14">
            <a:extLst>
              <a:ext uri="{FF2B5EF4-FFF2-40B4-BE49-F238E27FC236}">
                <a16:creationId xmlns:a16="http://schemas.microsoft.com/office/drawing/2014/main" id="{97A49067-BA43-45D3-A7D4-463A6F0B4B57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7414762" y="4911884"/>
            <a:ext cx="27603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fr-FR" sz="100" i="0" dirty="0">
                <a:noFill/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CD3A46-E993-4EDC-AEA2-0079F7A8C823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>
          <a:xfrm>
            <a:off x="848544" y="1408252"/>
            <a:ext cx="8540553" cy="7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A667B81B-7B33-48F1-8AA2-E1B9AE41507E}"/>
              </a:ext>
            </a:extLst>
          </p:cNvPr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064469" y="4155530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" dirty="0">
                <a:noFill/>
              </a:rPr>
              <a:t>1.1</a:t>
            </a:r>
          </a:p>
        </p:txBody>
      </p:sp>
      <p:sp>
        <p:nvSpPr>
          <p:cNvPr id="26" name="ZoneTexte 25">
            <a:hlinkClick r:id="" action="ppaction://noaction"/>
            <a:extLst>
              <a:ext uri="{FF2B5EF4-FFF2-40B4-BE49-F238E27FC236}">
                <a16:creationId xmlns:a16="http://schemas.microsoft.com/office/drawing/2014/main" id="{3935CC4D-03A4-4227-BEA5-13E0A13DD1B1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1001874" y="1408251"/>
            <a:ext cx="4671206" cy="4108981"/>
          </a:xfrm>
          <a:prstGeom prst="rect">
            <a:avLst/>
          </a:prstGeom>
          <a:noFill/>
        </p:spPr>
        <p:txBody>
          <a:bodyPr vert="horz" wrap="square" lIns="0" tIns="1116000" rIns="0" bIns="0" rtlCol="0">
            <a:noAutofit/>
          </a:bodyPr>
          <a:lstStyle/>
          <a:p>
            <a:pPr>
              <a:lnSpc>
                <a:spcPct val="70000"/>
              </a:lnSpc>
            </a:pPr>
            <a:r>
              <a:rPr lang="en-US" sz="6600" dirty="0">
                <a:solidFill>
                  <a:srgbClr val="FFFFFF"/>
                </a:solidFill>
                <a:latin typeface="+mj-lt"/>
              </a:rPr>
              <a:t>Section title</a:t>
            </a:r>
          </a:p>
        </p:txBody>
      </p:sp>
      <p:sp>
        <p:nvSpPr>
          <p:cNvPr id="27" name="ZoneTexte 31">
            <a:hlinkClick r:id="" action="ppaction://noaction"/>
            <a:extLst>
              <a:ext uri="{FF2B5EF4-FFF2-40B4-BE49-F238E27FC236}">
                <a16:creationId xmlns:a16="http://schemas.microsoft.com/office/drawing/2014/main" id="{B607CD53-E107-4FA2-838A-BCAE5A465F51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1001874" y="5481264"/>
            <a:ext cx="6336000" cy="179984"/>
          </a:xfrm>
          <a:prstGeom prst="rect">
            <a:avLst/>
          </a:prstGeom>
          <a:noFill/>
        </p:spPr>
        <p:txBody>
          <a:bodyPr vert="horz" wrap="none" lIns="7020000" tIns="0" rIns="0" bIns="7920000" rtlCol="0" anchor="t" anchorCtr="0">
            <a:noAutofit/>
          </a:bodyPr>
          <a:lstStyle/>
          <a:p>
            <a:pPr marL="0" indent="0">
              <a:buFontTx/>
              <a:buNone/>
            </a:pPr>
            <a:r>
              <a:rPr lang="en-US" sz="1600" dirty="0">
                <a:solidFill>
                  <a:srgbClr val="FFFFFF"/>
                </a:solidFill>
                <a:effectLst/>
                <a:latin typeface="+mj-lt"/>
              </a:rPr>
              <a:t>A</a:t>
            </a:r>
          </a:p>
        </p:txBody>
      </p:sp>
      <p:sp>
        <p:nvSpPr>
          <p:cNvPr id="28" name="ZoneTexte 32">
            <a:hlinkClick r:id="" action="ppaction://noaction"/>
            <a:extLst>
              <a:ext uri="{FF2B5EF4-FFF2-40B4-BE49-F238E27FC236}">
                <a16:creationId xmlns:a16="http://schemas.microsoft.com/office/drawing/2014/main" id="{3289B685-E0A4-42F2-94A8-2DA318696CD7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9041059" y="4112884"/>
            <a:ext cx="72000" cy="36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fr-FR" sz="100" dirty="0">
                <a:noFill/>
                <a:latin typeface="+mj-lt"/>
              </a:rPr>
              <a:t>4</a:t>
            </a:r>
          </a:p>
        </p:txBody>
      </p:sp>
      <p:sp>
        <p:nvSpPr>
          <p:cNvPr id="29" name="ZoneTexte 33">
            <a:hlinkClick r:id="" action="ppaction://noaction"/>
            <a:extLst>
              <a:ext uri="{FF2B5EF4-FFF2-40B4-BE49-F238E27FC236}">
                <a16:creationId xmlns:a16="http://schemas.microsoft.com/office/drawing/2014/main" id="{0B4703E9-C690-4BAD-BC79-EE77E10B758A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7414762" y="4112884"/>
            <a:ext cx="276038" cy="324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r>
              <a:rPr lang="fr-FR" sz="100" dirty="0">
                <a:noFill/>
                <a:effectLst/>
                <a:latin typeface="+mn-lt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AD2E5-C5BA-B914-55BE-7298202D68F4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1001873" y="1368564"/>
            <a:ext cx="765032" cy="10126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GB" sz="6000" b="1" dirty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D7486-C4E1-E5D6-13D8-8942E4526545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461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hlinkClick r:id="" action="ppaction://noaction"/>
            <a:extLst>
              <a:ext uri="{FF2B5EF4-FFF2-40B4-BE49-F238E27FC236}">
                <a16:creationId xmlns:a16="http://schemas.microsoft.com/office/drawing/2014/main" id="{E71026F6-09E6-4D74-9444-456E49A80B0E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01874" y="1408250"/>
            <a:ext cx="4671206" cy="4107600"/>
          </a:xfrm>
          <a:prstGeom prst="rect">
            <a:avLst/>
          </a:prstGeom>
          <a:noFill/>
        </p:spPr>
        <p:txBody>
          <a:bodyPr vert="horz" wrap="square" lIns="0" tIns="180000" rIns="0" bIns="0" rtlCol="0" anchor="t" anchorCtr="0">
            <a:no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11000">
                <a:solidFill>
                  <a:srgbClr val="FFFFFF"/>
                </a:solidFill>
                <a:latin typeface="+mj-lt"/>
              </a:defRPr>
            </a:lvl1pPr>
          </a:lstStyle>
          <a:p>
            <a:pPr lvl="0">
              <a:lnSpc>
                <a:spcPct val="70000"/>
              </a:lnSpc>
            </a:pPr>
            <a:r>
              <a:rPr lang="fr-FR" sz="8000" dirty="0">
                <a:solidFill>
                  <a:schemeClr val="bg1"/>
                </a:solidFill>
                <a:latin typeface="+mj-lt"/>
              </a:rPr>
              <a:t>A</a:t>
            </a:r>
          </a:p>
          <a:p>
            <a:pPr lvl="0">
              <a:lnSpc>
                <a:spcPct val="70000"/>
              </a:lnSpc>
            </a:pPr>
            <a:endParaRPr lang="fr-FR" sz="8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hlinkClick r:id="" action="ppaction://noaction"/>
            <a:extLst>
              <a:ext uri="{FF2B5EF4-FFF2-40B4-BE49-F238E27FC236}">
                <a16:creationId xmlns:a16="http://schemas.microsoft.com/office/drawing/2014/main" id="{CB092C81-EC00-44A3-90D7-94CA12062ABB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001874" y="6525344"/>
            <a:ext cx="4671206" cy="1440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70000"/>
              </a:lnSpc>
            </a:pPr>
            <a:r>
              <a:rPr lang="fr-FR" sz="100" dirty="0">
                <a:noFill/>
                <a:latin typeface="+mj-lt"/>
              </a:rPr>
              <a:t>A</a:t>
            </a:r>
          </a:p>
        </p:txBody>
      </p:sp>
      <p:sp>
        <p:nvSpPr>
          <p:cNvPr id="23" name="ZoneTexte 13">
            <a:extLst>
              <a:ext uri="{FF2B5EF4-FFF2-40B4-BE49-F238E27FC236}">
                <a16:creationId xmlns:a16="http://schemas.microsoft.com/office/drawing/2014/main" id="{70757301-3E6D-4B0F-9C6E-5856483AAD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01874" y="5481264"/>
            <a:ext cx="6336000" cy="179984"/>
          </a:xfrm>
          <a:prstGeom prst="rect">
            <a:avLst/>
          </a:prstGeom>
          <a:noFill/>
        </p:spPr>
        <p:txBody>
          <a:bodyPr wrap="none" lIns="5400000" tIns="0" rIns="0" bIns="7920000" rtlCol="0" anchor="t">
            <a:noAutofit/>
          </a:bodyPr>
          <a:lstStyle/>
          <a:p>
            <a:pPr marL="0" indent="0">
              <a:buFontTx/>
              <a:buNone/>
            </a:pPr>
            <a:r>
              <a:rPr lang="fr-FR" sz="1400" i="0" dirty="0">
                <a:solidFill>
                  <a:schemeClr val="bg1"/>
                </a:solidFill>
                <a:latin typeface="+mj-lt"/>
              </a:rPr>
              <a:t>A</a:t>
            </a:r>
          </a:p>
        </p:txBody>
      </p:sp>
      <p:sp>
        <p:nvSpPr>
          <p:cNvPr id="24" name="ZoneTexte 14">
            <a:extLst>
              <a:ext uri="{FF2B5EF4-FFF2-40B4-BE49-F238E27FC236}">
                <a16:creationId xmlns:a16="http://schemas.microsoft.com/office/drawing/2014/main" id="{028DD3F9-EAD7-4470-B513-E01F1156A44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8499630" y="3828990"/>
            <a:ext cx="276038" cy="25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fr-FR" sz="1200" i="0" dirty="0">
                <a:noFill/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5F25D6-2110-43A7-8B42-C650FBA5B5E7}"/>
              </a:ext>
            </a:extLst>
          </p:cNvPr>
          <p:cNvSpPr>
            <a:spLocks/>
          </p:cNvSpPr>
          <p:nvPr userDrawn="1">
            <p:custDataLst>
              <p:tags r:id="rId5"/>
            </p:custDataLst>
          </p:nvPr>
        </p:nvSpPr>
        <p:spPr>
          <a:xfrm>
            <a:off x="819694" y="1408252"/>
            <a:ext cx="8569404" cy="7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26" name="TextBox 25">
            <a:hlinkClick r:id="" action="ppaction://noaction"/>
            <a:extLst>
              <a:ext uri="{FF2B5EF4-FFF2-40B4-BE49-F238E27FC236}">
                <a16:creationId xmlns:a16="http://schemas.microsoft.com/office/drawing/2014/main" id="{40DE4FCC-1358-46C6-A8C7-1026B8E71D2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2064469" y="1346401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rtlCol="0" anchor="t" anchorCtr="0">
            <a:noAutofit/>
          </a:bodyPr>
          <a:lstStyle/>
          <a:p>
            <a:r>
              <a:rPr lang="fr-FR" sz="100" dirty="0">
                <a:noFill/>
                <a:latin typeface="+mj-lt"/>
              </a:rPr>
              <a:t>1</a:t>
            </a:r>
          </a:p>
        </p:txBody>
      </p:sp>
      <p:sp>
        <p:nvSpPr>
          <p:cNvPr id="27" name="TextBox 26">
            <a:hlinkClick r:id="" action="ppaction://noaction"/>
            <a:extLst>
              <a:ext uri="{FF2B5EF4-FFF2-40B4-BE49-F238E27FC236}">
                <a16:creationId xmlns:a16="http://schemas.microsoft.com/office/drawing/2014/main" id="{B8111789-B294-4AE3-A6F3-E0FF89F351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9041059" y="38289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fr-FR" sz="100" dirty="0">
                <a:noFill/>
                <a:latin typeface="+mj-lt"/>
              </a:rPr>
              <a:t>5</a:t>
            </a:r>
          </a:p>
        </p:txBody>
      </p:sp>
      <p:sp>
        <p:nvSpPr>
          <p:cNvPr id="28" name="TextBox 27">
            <a:hlinkClick r:id="" action="ppaction://noaction"/>
            <a:extLst>
              <a:ext uri="{FF2B5EF4-FFF2-40B4-BE49-F238E27FC236}">
                <a16:creationId xmlns:a16="http://schemas.microsoft.com/office/drawing/2014/main" id="{AA2230F2-2EC2-4FCB-9378-AE269A3031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9041059" y="38793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fr-FR" sz="100" dirty="0">
                <a:noFill/>
                <a:latin typeface="+mj-lt"/>
              </a:rPr>
              <a:t>6</a:t>
            </a:r>
          </a:p>
        </p:txBody>
      </p:sp>
      <p:sp>
        <p:nvSpPr>
          <p:cNvPr id="29" name="TextBox 28">
            <a:hlinkClick r:id="" action="ppaction://noaction"/>
            <a:extLst>
              <a:ext uri="{FF2B5EF4-FFF2-40B4-BE49-F238E27FC236}">
                <a16:creationId xmlns:a16="http://schemas.microsoft.com/office/drawing/2014/main" id="{9FD205C2-3B53-426E-93C5-1964A4AE9F2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2064469" y="3879390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fr-FR" sz="100" dirty="0">
                <a:noFill/>
              </a:rPr>
              <a:t>1.1</a:t>
            </a:r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BC16B8CB-97CE-F58A-7AC8-4CAFB891AF9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19694" y="784800"/>
            <a:ext cx="777600" cy="316800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35F7F-66E5-F88D-2CEA-949B19A436ED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0853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1">
            <a:extLst>
              <a:ext uri="{FF2B5EF4-FFF2-40B4-BE49-F238E27FC236}">
                <a16:creationId xmlns:a16="http://schemas.microsoft.com/office/drawing/2014/main" id="{A1C2F111-709C-47C7-BBB5-5F1B0DC2B310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489000" y="188640"/>
            <a:ext cx="8917200" cy="17790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noProof="1">
                <a:solidFill>
                  <a:schemeClr val="tx2"/>
                </a:solidFill>
              </a:rPr>
              <a:t>&lt;%SECTIONNAME%&gt;&lt;%SPACEIFINSUBSEC%&gt;&lt;%TIRETIFINSUBSEC%&gt;&lt;%SPACEIFINSUBSEC%&gt;&lt;%SUBSECTIONNAME%&gt;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89ED91-8675-462F-32EA-D474C858CC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7009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Slide Breadcrumb (Disabl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ther Sections" descr="{&#10;  &quot;MinimumUpSlideVersion&quot;: &quot;6.7.4.0&quot;,&#10;  &quot;DisplayMode&quot;: &quot;SectionsOnly&quot;&#10;}">
            <a:extLst>
              <a:ext uri="{FF2B5EF4-FFF2-40B4-BE49-F238E27FC236}">
                <a16:creationId xmlns:a16="http://schemas.microsoft.com/office/drawing/2014/main" id="{8A19844E-D291-CA81-3B22-2B52F21919DA}"/>
              </a:ext>
            </a:extLst>
          </p:cNvPr>
          <p:cNvSpPr>
            <a:spLocks/>
          </p:cNvSpPr>
          <p:nvPr userDrawn="1"/>
        </p:nvSpPr>
        <p:spPr>
          <a:xfrm>
            <a:off x="488950" y="187200"/>
            <a:ext cx="688825" cy="195814"/>
          </a:xfrm>
          <a:prstGeom prst="rect">
            <a:avLst/>
          </a:prstGeom>
          <a:noFill/>
          <a:ln w="9525">
            <a:gradFill>
              <a:gsLst>
                <a:gs pos="15000">
                  <a:schemeClr val="bg1">
                    <a:alpha val="0"/>
                    <a:lumMod val="100000"/>
                  </a:schemeClr>
                </a:gs>
                <a:gs pos="15000">
                  <a:schemeClr val="tx2"/>
                </a:gs>
                <a:gs pos="85000">
                  <a:schemeClr val="tx2"/>
                </a:gs>
                <a:gs pos="85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36000" rtlCol="0" anchor="ctr">
            <a:spAutoFit/>
          </a:bodyPr>
          <a:lstStyle/>
          <a:p>
            <a:pPr lvl="0"/>
            <a:r>
              <a:rPr lang="en-SG" sz="8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Non-current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34BC455-1433-C58D-DD91-76835760EDB7}"/>
              </a:ext>
            </a:extLst>
          </p:cNvPr>
          <p:cNvGrpSpPr/>
          <p:nvPr userDrawn="1"/>
        </p:nvGrpSpPr>
        <p:grpSpPr>
          <a:xfrm>
            <a:off x="445885" y="635732"/>
            <a:ext cx="2540000" cy="1750774"/>
            <a:chOff x="504151" y="381000"/>
            <a:chExt cx="2540000" cy="17507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913A9B-F804-2F35-E8AE-717FC7FB94C9}"/>
                </a:ext>
              </a:extLst>
            </p:cNvPr>
            <p:cNvSpPr txBox="1"/>
            <p:nvPr userDrawn="1"/>
          </p:nvSpPr>
          <p:spPr>
            <a:xfrm>
              <a:off x="504151" y="1270000"/>
              <a:ext cx="2540000" cy="86177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sz="1000" dirty="0"/>
                <a:t>Edit alt text on the non-current shape for display options.</a:t>
              </a:r>
            </a:p>
            <a:p>
              <a:r>
                <a:rPr lang="en-US" sz="1000" b="1" dirty="0"/>
                <a:t>See </a:t>
              </a:r>
              <a:r>
                <a:rPr lang="en-US" sz="1000" b="1" dirty="0">
                  <a:hlinkClick r:id="rId3"/>
                </a:rPr>
                <a:t>here</a:t>
              </a:r>
              <a:r>
                <a:rPr lang="en-US" sz="1000" b="1" dirty="0"/>
                <a:t> for the options you can apply and other instructions to build a breadcrumb using UpSlide.</a:t>
              </a:r>
              <a:endParaRPr lang="en-SG" sz="1000" b="1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E7B21E-DFD1-F87D-9F54-2C7B05C30C93}"/>
                </a:ext>
              </a:extLst>
            </p:cNvPr>
            <p:cNvCxnSpPr/>
            <p:nvPr userDrawn="1"/>
          </p:nvCxnSpPr>
          <p:spPr>
            <a:xfrm>
              <a:off x="1016000" y="381000"/>
              <a:ext cx="0" cy="889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303829-0945-9D47-C04E-ADBE43696C98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77775" y="510391"/>
            <a:ext cx="1626806" cy="5293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14BFFA-265D-16D0-E3E4-E35FCA558DCB}"/>
              </a:ext>
            </a:extLst>
          </p:cNvPr>
          <p:cNvGrpSpPr/>
          <p:nvPr userDrawn="1"/>
        </p:nvGrpSpPr>
        <p:grpSpPr>
          <a:xfrm>
            <a:off x="101979" y="508732"/>
            <a:ext cx="926582" cy="807998"/>
            <a:chOff x="0" y="254000"/>
            <a:chExt cx="926582" cy="8079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343379-8E0C-CBE0-5A0D-4ADF2281EA91}"/>
                </a:ext>
              </a:extLst>
            </p:cNvPr>
            <p:cNvSpPr txBox="1"/>
            <p:nvPr userDrawn="1"/>
          </p:nvSpPr>
          <p:spPr>
            <a:xfrm>
              <a:off x="0" y="508000"/>
              <a:ext cx="926582" cy="5539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SG" sz="1000" dirty="0"/>
                <a:t>First shape </a:t>
              </a:r>
              <a:br>
                <a:rPr lang="en-SG" sz="1000" dirty="0"/>
              </a:br>
              <a:r>
                <a:rPr lang="en-SG" sz="1000" dirty="0"/>
                <a:t>left margin from page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1A54CE-B898-FDCB-7BB7-EA78D944330F}"/>
                </a:ext>
              </a:extLst>
            </p:cNvPr>
            <p:cNvCxnSpPr/>
            <p:nvPr userDrawn="1"/>
          </p:nvCxnSpPr>
          <p:spPr>
            <a:xfrm>
              <a:off x="190500" y="254000"/>
              <a:ext cx="0" cy="254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urrent Section">
            <a:extLst>
              <a:ext uri="{FF2B5EF4-FFF2-40B4-BE49-F238E27FC236}">
                <a16:creationId xmlns:a16="http://schemas.microsoft.com/office/drawing/2014/main" id="{89A61135-1F00-E77F-7C78-5FBA241A5742}"/>
              </a:ext>
            </a:extLst>
          </p:cNvPr>
          <p:cNvSpPr>
            <a:spLocks/>
          </p:cNvSpPr>
          <p:nvPr userDrawn="1"/>
        </p:nvSpPr>
        <p:spPr>
          <a:xfrm>
            <a:off x="1177775" y="187200"/>
            <a:ext cx="488449" cy="195814"/>
          </a:xfrm>
          <a:prstGeom prst="rect">
            <a:avLst/>
          </a:prstGeom>
          <a:noFill/>
          <a:ln w="9525">
            <a:gradFill>
              <a:gsLst>
                <a:gs pos="15000">
                  <a:schemeClr val="bg1">
                    <a:alpha val="0"/>
                    <a:lumMod val="100000"/>
                  </a:schemeClr>
                </a:gs>
                <a:gs pos="15000">
                  <a:schemeClr val="tx2"/>
                </a:gs>
                <a:gs pos="85000">
                  <a:schemeClr val="tx2"/>
                </a:gs>
                <a:gs pos="85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36000" rIns="72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SG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A1B64-1717-3F4E-57F6-9810BA8040A1}"/>
              </a:ext>
            </a:extLst>
          </p:cNvPr>
          <p:cNvSpPr txBox="1"/>
          <p:nvPr userDrawn="1"/>
        </p:nvSpPr>
        <p:spPr>
          <a:xfrm>
            <a:off x="2804581" y="1016732"/>
            <a:ext cx="127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SG" sz="1000" dirty="0"/>
              <a:t>Margin between shapes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BCED1-A873-EE52-02FB-CCD52D86710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1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oleObject" Target="../embeddings/oleObject1.bin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46.xml"/><Relationship Id="rId7" Type="http://schemas.openxmlformats.org/officeDocument/2006/relationships/tags" Target="../tags/tag7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48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DB098CF-7F70-57C2-06F0-38DA557F5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20320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608" imgH="608" progId="TCLayout.ActiveDocument.1">
                  <p:embed/>
                </p:oleObj>
              </mc:Choice>
              <mc:Fallback>
                <p:oleObj name="think-cell Slide" r:id="rId46" imgW="608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B098CF-7F70-57C2-06F0-38DA557F5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000" y="451575"/>
            <a:ext cx="8917200" cy="745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950" y="1414856"/>
            <a:ext cx="8928000" cy="46176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dirty="0"/>
              <a:t>Use Alt + Shift + right or left arrow to change text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TextBox 24"/>
          <p:cNvSpPr txBox="1"/>
          <p:nvPr userDrawn="1"/>
        </p:nvSpPr>
        <p:spPr>
          <a:xfrm>
            <a:off x="7542000" y="6415200"/>
            <a:ext cx="1522800" cy="936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9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lang="fr-FR" sz="100" smtClean="0">
                <a:solidFill>
                  <a:schemeClr val="bg2"/>
                </a:solidFill>
                <a:ea typeface="Arial"/>
                <a:cs typeface="Arial" panose="020B0604020202020204" pitchFamily="34" charset="0"/>
              </a:defRPr>
            </a:lvl1pPr>
          </a:lstStyle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 dirty="0"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A22A918A-522D-430D-8E7D-2211AA18A89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88950" y="6372000"/>
            <a:ext cx="424800" cy="172800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F6F98-1F21-4301-A42E-85435280EB19}"/>
              </a:ext>
            </a:extLst>
          </p:cNvPr>
          <p:cNvSpPr txBox="1">
            <a:spLocks/>
          </p:cNvSpPr>
          <p:nvPr userDrawn="1"/>
        </p:nvSpPr>
        <p:spPr>
          <a:xfrm>
            <a:off x="9176400" y="6386400"/>
            <a:ext cx="241200" cy="151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r"/>
            <a:fld id="{AB74D6CB-A7ED-42CC-B575-B2FFA1180E0C}" type="slidenum">
              <a:rPr lang="de-DE" sz="1000" b="0" smtClean="0">
                <a:solidFill>
                  <a:schemeClr val="tx2"/>
                </a:solidFill>
              </a:rPr>
              <a:pPr algn="r"/>
              <a:t>‹#›</a:t>
            </a:fld>
            <a:endParaRPr lang="de-DE" sz="1000" b="0" dirty="0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BE0268-6A21-A458-4A4A-C238C1C6A297}"/>
              </a:ext>
            </a:extLst>
          </p:cNvPr>
          <p:cNvCxnSpPr/>
          <p:nvPr userDrawn="1"/>
        </p:nvCxnSpPr>
        <p:spPr>
          <a:xfrm>
            <a:off x="9158400" y="6386400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0240E52-D3D3-4328-9756-B1A97F915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14000" y="6368400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rgbClr val="B2B2B2"/>
                </a:solidFill>
                <a:latin typeface="+mn-lt"/>
                <a:ea typeface="+mn-ea"/>
                <a:cs typeface="+mn-cs"/>
              </a:rPr>
              <a:t>© 2025 KPMG Advisory N.V., a Dutch limited liability company and a member firm of the KPMG global organisation of independent member firms affiliated with KPMG International Limited, a private English company limited by guarantee. All rights reserved.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03F2C6-EE13-48C5-A8B1-8C876B78C062}"/>
              </a:ext>
            </a:extLst>
          </p:cNvPr>
          <p:cNvGrpSpPr/>
          <p:nvPr userDrawn="1"/>
        </p:nvGrpSpPr>
        <p:grpSpPr>
          <a:xfrm flipV="1">
            <a:off x="-795961" y="-2"/>
            <a:ext cx="741061" cy="6858001"/>
            <a:chOff x="-795961" y="-35661"/>
            <a:chExt cx="741061" cy="689366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8927154-932B-4A5E-8EAC-D8EFFA7E8E1C}"/>
                </a:ext>
              </a:extLst>
            </p:cNvPr>
            <p:cNvGrpSpPr/>
            <p:nvPr userDrawn="1"/>
          </p:nvGrpSpPr>
          <p:grpSpPr>
            <a:xfrm>
              <a:off x="-795961" y="-35661"/>
              <a:ext cx="741061" cy="6893662"/>
              <a:chOff x="-1375081" y="449262"/>
              <a:chExt cx="741061" cy="648006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6A8DC41-E3AA-4D16-A962-D08C29800F36}"/>
                  </a:ext>
                </a:extLst>
              </p:cNvPr>
              <p:cNvGrpSpPr/>
              <p:nvPr userDrawn="1"/>
            </p:nvGrpSpPr>
            <p:grpSpPr>
              <a:xfrm rot="16200000">
                <a:off x="-1467813" y="753885"/>
                <a:ext cx="852656" cy="254029"/>
                <a:chOff x="8235122" y="-594839"/>
                <a:chExt cx="1174841" cy="254029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A0FF52C-251F-41EE-9D83-742F1868D1FA}"/>
                    </a:ext>
                  </a:extLst>
                </p:cNvPr>
                <p:cNvSpPr/>
                <p:nvPr userDrawn="1"/>
              </p:nvSpPr>
              <p:spPr>
                <a:xfrm>
                  <a:off x="8235122" y="-594839"/>
                  <a:ext cx="367850" cy="254029"/>
                </a:xfrm>
                <a:prstGeom prst="rect">
                  <a:avLst/>
                </a:prstGeom>
                <a:solidFill>
                  <a:srgbClr val="ED21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7F5C7430-B46A-4481-8EF3-85046D79C11B}"/>
                    </a:ext>
                  </a:extLst>
                </p:cNvPr>
                <p:cNvSpPr/>
                <p:nvPr userDrawn="1"/>
              </p:nvSpPr>
              <p:spPr>
                <a:xfrm>
                  <a:off x="8638619" y="-594839"/>
                  <a:ext cx="367850" cy="254029"/>
                </a:xfrm>
                <a:prstGeom prst="rect">
                  <a:avLst/>
                </a:prstGeom>
                <a:solidFill>
                  <a:srgbClr val="F1C44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312EE31-D296-401B-AE36-2960C66B6857}"/>
                    </a:ext>
                  </a:extLst>
                </p:cNvPr>
                <p:cNvSpPr/>
                <p:nvPr userDrawn="1"/>
              </p:nvSpPr>
              <p:spPr>
                <a:xfrm>
                  <a:off x="9042113" y="-594839"/>
                  <a:ext cx="367850" cy="254029"/>
                </a:xfrm>
                <a:prstGeom prst="rect">
                  <a:avLst/>
                </a:prstGeom>
                <a:solidFill>
                  <a:srgbClr val="269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68599DD-387B-4729-A3D4-16E428AC35D4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5656" y="2849534"/>
                <a:ext cx="150924" cy="142065"/>
              </a:xfrm>
              <a:prstGeom prst="rect">
                <a:avLst/>
              </a:pr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4C4AA86-3F13-43E6-AF5C-57E569E0C2DD}"/>
                  </a:ext>
                </a:extLst>
              </p:cNvPr>
              <p:cNvSpPr/>
              <p:nvPr userDrawn="1"/>
            </p:nvSpPr>
            <p:spPr>
              <a:xfrm rot="16200000">
                <a:off x="-1296748" y="2053432"/>
                <a:ext cx="512099" cy="2556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5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4371" tIns="44371" rIns="44371" bIns="44371" rtlCol="0" anchor="ctr"/>
              <a:lstStyle/>
              <a:p>
                <a:pPr algn="ctr"/>
                <a:endParaRPr lang="en-GB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748FEA4-8822-4433-949F-21A47DDAEB1E}"/>
                  </a:ext>
                </a:extLst>
              </p:cNvPr>
              <p:cNvSpPr/>
              <p:nvPr userDrawn="1"/>
            </p:nvSpPr>
            <p:spPr>
              <a:xfrm rot="16200000">
                <a:off x="-1296748" y="1490910"/>
                <a:ext cx="512099" cy="255600"/>
              </a:xfrm>
              <a:prstGeom prst="rect">
                <a:avLst/>
              </a:prstGeom>
              <a:gradFill>
                <a:gsLst>
                  <a:gs pos="100000">
                    <a:srgbClr val="ACEAFF"/>
                  </a:gs>
                  <a:gs pos="0">
                    <a:schemeClr val="accent4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4371" tIns="44371" rIns="44371" bIns="44371" rtlCol="0" anchor="ctr"/>
              <a:lstStyle/>
              <a:p>
                <a:pPr algn="ctr"/>
                <a:endParaRPr lang="en-GB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7F7ECF-09AC-443F-9B8C-89B8B8F67D32}"/>
                  </a:ext>
                </a:extLst>
              </p:cNvPr>
              <p:cNvSpPr txBox="1"/>
              <p:nvPr userDrawn="1"/>
            </p:nvSpPr>
            <p:spPr>
              <a:xfrm rot="16200000">
                <a:off x="-2408120" y="5767985"/>
                <a:ext cx="2193092" cy="1270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dist="12700" dir="5400000" algn="t" rotWithShape="0">
                  <a:schemeClr val="tx2"/>
                </a:outerShdw>
              </a:effectLst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r>
                  <a:rPr lang="en-GB" sz="600" dirty="0">
                    <a:solidFill>
                      <a:srgbClr val="00338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KPMG BLUES</a:t>
                </a:r>
                <a:endParaRPr lang="en-GB" sz="600" b="0" dirty="0">
                  <a:solidFill>
                    <a:srgbClr val="00338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0B0F62-F5E3-4327-B3D0-721F4FF2738A}"/>
                  </a:ext>
                </a:extLst>
              </p:cNvPr>
              <p:cNvSpPr txBox="1"/>
              <p:nvPr userDrawn="1"/>
            </p:nvSpPr>
            <p:spPr>
              <a:xfrm rot="16200000">
                <a:off x="-2129275" y="3800138"/>
                <a:ext cx="1635402" cy="1270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dist="12700" dir="5400000" algn="t" rotWithShape="0">
                  <a:srgbClr val="483698"/>
                </a:outerShdw>
              </a:effectLst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0" marR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0" dirty="0">
                    <a:solidFill>
                      <a:srgbClr val="00338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PRIMARY AND GREEN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A2C1177-ABC8-434F-B5DB-28015E014715}"/>
                  </a:ext>
                </a:extLst>
              </p:cNvPr>
              <p:cNvSpPr/>
              <p:nvPr userDrawn="1"/>
            </p:nvSpPr>
            <p:spPr>
              <a:xfrm rot="16200000">
                <a:off x="-1297510" y="6544997"/>
                <a:ext cx="512051" cy="254029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KPMG Blue</a:t>
                </a:r>
              </a:p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 / 51 / 141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41A0C75-048E-43F6-90C2-A0F775D6292D}"/>
                  </a:ext>
                </a:extLst>
              </p:cNvPr>
              <p:cNvSpPr/>
              <p:nvPr userDrawn="1"/>
            </p:nvSpPr>
            <p:spPr>
              <a:xfrm rot="16200000">
                <a:off x="-1297510" y="5984650"/>
                <a:ext cx="512051" cy="2540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Cobalt Blue</a:t>
                </a:r>
              </a:p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30 / 73 / 226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F02FB3B-1310-410B-B3EC-856ED5D5E422}"/>
                  </a:ext>
                </a:extLst>
              </p:cNvPr>
              <p:cNvSpPr/>
              <p:nvPr userDrawn="1"/>
            </p:nvSpPr>
            <p:spPr>
              <a:xfrm rot="16200000">
                <a:off x="-1297533" y="2613259"/>
                <a:ext cx="512098" cy="254029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Grey 1</a:t>
                </a:r>
              </a:p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51 / 51 / 51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DC953F6-3AF3-463B-8CB5-1BB08CFF6E90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86250" y="6742234"/>
                <a:ext cx="232111" cy="142065"/>
              </a:xfrm>
              <a:prstGeom prst="rect">
                <a:avLst/>
              </a:prstGeom>
              <a:solidFill>
                <a:srgbClr val="8099C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algn="ctr" eaLnBrk="1"/>
                <a:endParaRPr lang="en-GB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Rectangle 31">
                <a:extLst>
                  <a:ext uri="{FF2B5EF4-FFF2-40B4-BE49-F238E27FC236}">
                    <a16:creationId xmlns:a16="http://schemas.microsoft.com/office/drawing/2014/main" id="{98C90031-AE6D-4CCB-98CA-583216ECF58A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86250" y="6462293"/>
                <a:ext cx="232111" cy="142065"/>
              </a:xfrm>
              <a:prstGeom prst="rect">
                <a:avLst/>
              </a:prstGeom>
              <a:solidFill>
                <a:srgbClr val="BFCCE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985061-2127-47A2-80F3-5817AFF650CF}"/>
                  </a:ext>
                </a:extLst>
              </p:cNvPr>
              <p:cNvSpPr/>
              <p:nvPr userDrawn="1"/>
            </p:nvSpPr>
            <p:spPr>
              <a:xfrm rot="16200000">
                <a:off x="-1297510" y="5424304"/>
                <a:ext cx="512051" cy="25402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Spectrum Blue</a:t>
                </a:r>
              </a:p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/ 35 /60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576B30-741D-44BA-9078-43738E42D58F}"/>
                  </a:ext>
                </a:extLst>
              </p:cNvPr>
              <p:cNvSpPr/>
              <p:nvPr userDrawn="1"/>
            </p:nvSpPr>
            <p:spPr>
              <a:xfrm rot="16200000">
                <a:off x="-1303005" y="4869452"/>
                <a:ext cx="512051" cy="24303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Pacific Blue</a:t>
                </a:r>
              </a:p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 / 184 / 245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896E30-73AC-4443-9AC2-51A359EDC999}"/>
                  </a:ext>
                </a:extLst>
              </p:cNvPr>
              <p:cNvSpPr txBox="1"/>
              <p:nvPr userDrawn="1"/>
            </p:nvSpPr>
            <p:spPr>
              <a:xfrm rot="16200000">
                <a:off x="-1565575" y="2674719"/>
                <a:ext cx="508002" cy="1270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dist="12700" dir="5400000" algn="t" rotWithShape="0">
                  <a:srgbClr val="483698"/>
                </a:outerShdw>
              </a:effectLst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0" marR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0" dirty="0">
                    <a:solidFill>
                      <a:srgbClr val="00338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NEUTRALS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4EBA7A7-2173-4E92-B2A8-34FCCC419B8B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5656" y="2671396"/>
                <a:ext cx="150923" cy="142065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54610" tIns="54610" rIns="54610" bIns="54610" rtlCol="0" anchor="ctr"/>
              <a:lstStyle/>
              <a:p>
                <a:pPr algn="ctr"/>
                <a:endParaRPr lang="en-GB" sz="7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2A87F03-E156-4A6C-83C5-B7BD486422C0}"/>
                  </a:ext>
                </a:extLst>
              </p:cNvPr>
              <p:cNvSpPr txBox="1"/>
              <p:nvPr userDrawn="1"/>
            </p:nvSpPr>
            <p:spPr>
              <a:xfrm rot="16200000">
                <a:off x="-1739653" y="813835"/>
                <a:ext cx="856159" cy="1270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dist="12700" dir="5400000" algn="t" rotWithShape="0">
                  <a:srgbClr val="483698"/>
                </a:outerShdw>
              </a:effectLst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0" marR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dirty="0">
                    <a:solidFill>
                      <a:srgbClr val="00338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TRAFFIC LIGHT</a:t>
                </a:r>
                <a:endParaRPr lang="en-GB" sz="600" b="0" dirty="0">
                  <a:solidFill>
                    <a:srgbClr val="00338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0196342-CAFD-45B6-93B5-A26787D9D82F}"/>
                  </a:ext>
                </a:extLst>
              </p:cNvPr>
              <p:cNvSpPr txBox="1"/>
              <p:nvPr userDrawn="1"/>
            </p:nvSpPr>
            <p:spPr>
              <a:xfrm rot="16200000">
                <a:off x="-1846786" y="1835884"/>
                <a:ext cx="1070424" cy="1270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dist="12700" dir="5400000" algn="t" rotWithShape="0">
                  <a:srgbClr val="483698"/>
                </a:outerShdw>
              </a:effectLst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0" marR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dirty="0">
                    <a:solidFill>
                      <a:srgbClr val="00338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GRADIENTS</a:t>
                </a:r>
                <a:endParaRPr lang="en-GB" sz="600" b="0" dirty="0">
                  <a:solidFill>
                    <a:srgbClr val="00338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97306E-4871-4614-8874-CD91A19756AC}"/>
                  </a:ext>
                </a:extLst>
              </p:cNvPr>
              <p:cNvSpPr txBox="1"/>
              <p:nvPr userDrawn="1"/>
            </p:nvSpPr>
            <p:spPr>
              <a:xfrm rot="16200000">
                <a:off x="-1372072" y="1741005"/>
                <a:ext cx="1151126" cy="324978"/>
              </a:xfrm>
              <a:prstGeom prst="rect">
                <a:avLst/>
              </a:prstGeom>
              <a:noFill/>
              <a:effectLst/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n-GB" sz="600" b="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</a:t>
                </a:r>
                <a:r>
                  <a:rPr lang="en-GB" sz="600" b="0" dirty="0">
                    <a:solidFill>
                      <a:srgbClr val="0091D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format painter in the master </a:t>
                </a:r>
                <a:r>
                  <a:rPr lang="en-GB" sz="600" b="0" baseline="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pick up gradient</a:t>
                </a:r>
                <a:endParaRPr lang="en-GB" sz="600" b="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ECA2BB0A-55FE-4D3D-B0B9-51FDDEB90F6E}"/>
                  </a:ext>
                </a:extLst>
              </p:cNvPr>
              <p:cNvGrpSpPr/>
              <p:nvPr userDrawn="1"/>
            </p:nvGrpSpPr>
            <p:grpSpPr>
              <a:xfrm rot="16200000">
                <a:off x="-933494" y="5009715"/>
                <a:ext cx="326599" cy="142065"/>
                <a:chOff x="2810736" y="2918738"/>
                <a:chExt cx="702572" cy="142065"/>
              </a:xfrm>
            </p:grpSpPr>
            <p:sp>
              <p:nvSpPr>
                <p:cNvPr id="47" name="Rectangle 5">
                  <a:extLst>
                    <a:ext uri="{FF2B5EF4-FFF2-40B4-BE49-F238E27FC236}">
                      <a16:creationId xmlns:a16="http://schemas.microsoft.com/office/drawing/2014/main" id="{D8087E9C-1342-4ADF-89A3-D2D0FCAE6AC7}"/>
                    </a:ext>
                  </a:extLst>
                </p:cNvPr>
                <p:cNvSpPr>
                  <a:spLocks noChangeArrowheads="1"/>
                </p:cNvSpPr>
                <p:nvPr/>
              </p:nvSpPr>
              <p:spPr>
                <a:xfrm flipH="1">
                  <a:off x="2810736" y="2918738"/>
                  <a:ext cx="324898" cy="142065"/>
                </a:xfrm>
                <a:prstGeom prst="rect">
                  <a:avLst/>
                </a:prstGeom>
                <a:solidFill>
                  <a:srgbClr val="76D2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anchor="t" anchorCtr="0" compatLnSpc="1">
                  <a:prstTxWarp prst="textNoShape">
                    <a:avLst/>
                  </a:prstTxWarp>
                </a:bodyPr>
                <a:lstStyle/>
                <a:p>
                  <a:pPr eaLnBrk="1"/>
                  <a:endParaRPr lang="en-GB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D6CC0AF9-60E9-4F5C-8136-A7520F5C6D3C}"/>
                    </a:ext>
                  </a:extLst>
                </p:cNvPr>
                <p:cNvSpPr>
                  <a:spLocks noChangeArrowheads="1"/>
                </p:cNvSpPr>
                <p:nvPr/>
              </p:nvSpPr>
              <p:spPr>
                <a:xfrm flipH="1">
                  <a:off x="3188410" y="2918738"/>
                  <a:ext cx="324898" cy="142065"/>
                </a:xfrm>
                <a:prstGeom prst="rect">
                  <a:avLst/>
                </a:prstGeom>
                <a:solidFill>
                  <a:srgbClr val="ACEA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anchor="t" anchorCtr="0" compatLnSpc="1">
                  <a:prstTxWarp prst="textNoShape">
                    <a:avLst/>
                  </a:prstTxWarp>
                </a:bodyPr>
                <a:lstStyle/>
                <a:p>
                  <a:pPr eaLnBrk="1"/>
                  <a:endParaRPr lang="en-GB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DD2FE6D-6841-4939-B197-7AB1F05EE06B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5711" y="4739430"/>
                <a:ext cx="151033" cy="142065"/>
              </a:xfrm>
              <a:prstGeom prst="rect">
                <a:avLst/>
              </a:prstGeom>
              <a:solidFill>
                <a:srgbClr val="D5F4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07AEF6CB-15F4-49A3-812C-A707623A847A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9551" y="4531849"/>
                <a:ext cx="151033" cy="14206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30BCEE5-2923-4EB0-B0D6-9E38522A39D6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9551" y="4356283"/>
                <a:ext cx="151033" cy="142065"/>
              </a:xfrm>
              <a:prstGeom prst="rect">
                <a:avLst/>
              </a:prstGeom>
              <a:solidFill>
                <a:srgbClr val="B497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7A1DABB-45F0-47D7-A0A9-7008C648E382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9551" y="4173781"/>
                <a:ext cx="151033" cy="142065"/>
              </a:xfrm>
              <a:prstGeom prst="rect">
                <a:avLst/>
              </a:prstGeom>
              <a:solidFill>
                <a:srgbClr val="E3CFF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37C6350-136E-4D16-8001-0D93CCEDD315}"/>
                  </a:ext>
                </a:extLst>
              </p:cNvPr>
              <p:cNvSpPr/>
              <p:nvPr userDrawn="1"/>
            </p:nvSpPr>
            <p:spPr>
              <a:xfrm rot="16200000">
                <a:off x="-1297510" y="3736014"/>
                <a:ext cx="512051" cy="254029"/>
              </a:xfrm>
              <a:prstGeom prst="rect">
                <a:avLst/>
              </a:prstGeom>
              <a:solidFill>
                <a:srgbClr val="008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Dark Green</a:t>
                </a:r>
              </a:p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 / 142 / 126</a:t>
                </a:r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7A7E20B2-BEB3-401E-B5B1-8F7EAA8FA53E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5711" y="3976450"/>
                <a:ext cx="151033" cy="142065"/>
              </a:xfrm>
              <a:prstGeom prst="rect">
                <a:avLst/>
              </a:prstGeom>
              <a:solidFill>
                <a:srgbClr val="00C0A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4FEE537-FF12-42A3-8734-7B5CD930B204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5711" y="3800883"/>
                <a:ext cx="151033" cy="142065"/>
              </a:xfrm>
              <a:prstGeom prst="rect">
                <a:avLst/>
              </a:prstGeom>
              <a:solidFill>
                <a:srgbClr val="63EBD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33630E5-CB79-453F-8175-33DDEF5AAFF5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 rot="16200000" flipH="1">
                <a:off x="-845711" y="3618381"/>
                <a:ext cx="151033" cy="142065"/>
              </a:xfrm>
              <a:prstGeom prst="rect">
                <a:avLst/>
              </a:prstGeom>
              <a:solidFill>
                <a:srgbClr val="BFEFE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anchor="t" anchorCtr="0" compatLnSpc="1">
                <a:prstTxWarp prst="textNoShape">
                  <a:avLst/>
                </a:prstTxWarp>
              </a:bodyPr>
              <a:lstStyle/>
              <a:p>
                <a:pPr eaLnBrk="1"/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2A7F1E6-98E2-4818-84EF-4B945C0BDB14}"/>
                  </a:ext>
                </a:extLst>
              </p:cNvPr>
              <p:cNvSpPr/>
              <p:nvPr userDrawn="1"/>
            </p:nvSpPr>
            <p:spPr>
              <a:xfrm rot="16200000">
                <a:off x="-1297510" y="4298308"/>
                <a:ext cx="512051" cy="254029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Purple</a:t>
                </a:r>
              </a:p>
              <a:p>
                <a:pPr algn="ctr"/>
                <a:r>
                  <a:rPr lang="en-GB" sz="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114 / 19 / 234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DA9251-783E-4ABD-A337-B2AFAFB54423}"/>
                </a:ext>
              </a:extLst>
            </p:cNvPr>
            <p:cNvSpPr>
              <a:spLocks noChangeArrowheads="1"/>
            </p:cNvSpPr>
            <p:nvPr userDrawn="1"/>
          </p:nvSpPr>
          <p:spPr>
            <a:xfrm rot="16200000" flipH="1">
              <a:off x="-275193" y="2137865"/>
              <a:ext cx="160556" cy="142065"/>
            </a:xfrm>
            <a:prstGeom prst="rect">
              <a:avLst/>
            </a:prstGeom>
            <a:solidFill>
              <a:srgbClr val="E5E5E5"/>
            </a:solidFill>
            <a:ln>
              <a:solidFill>
                <a:schemeClr val="bg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endParaRPr lang="en-GB" sz="7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47E3DA6-58E4-432E-9C9C-F7DA84E52031}"/>
                </a:ext>
              </a:extLst>
            </p:cNvPr>
            <p:cNvSpPr/>
            <p:nvPr userDrawn="1"/>
          </p:nvSpPr>
          <p:spPr>
            <a:xfrm rot="16200000">
              <a:off x="-734731" y="2878131"/>
              <a:ext cx="544734" cy="25402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Pink</a:t>
              </a:r>
            </a:p>
            <a:p>
              <a:pPr algn="ctr"/>
              <a:r>
                <a:rPr lang="en-GB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253 / 52 / 156</a:t>
              </a:r>
            </a:p>
          </p:txBody>
        </p:sp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4731A6EA-45F7-4281-8A7D-335BAA02797D}"/>
                </a:ext>
              </a:extLst>
            </p:cNvPr>
            <p:cNvSpPr>
              <a:spLocks noChangeArrowheads="1"/>
            </p:cNvSpPr>
            <p:nvPr userDrawn="1"/>
          </p:nvSpPr>
          <p:spPr>
            <a:xfrm rot="16200000" flipH="1">
              <a:off x="-314536" y="3083017"/>
              <a:ext cx="246925" cy="142065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42A4DC6-B7FF-42D4-BE67-3F6A402348B4}"/>
                </a:ext>
              </a:extLst>
            </p:cNvPr>
            <p:cNvSpPr>
              <a:spLocks noChangeArrowheads="1"/>
            </p:cNvSpPr>
            <p:nvPr userDrawn="1"/>
          </p:nvSpPr>
          <p:spPr>
            <a:xfrm rot="16200000" flipH="1">
              <a:off x="-314536" y="2785208"/>
              <a:ext cx="246925" cy="142065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44" r:id="rId2"/>
    <p:sldLayoutId id="2147483742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67" r:id="rId9"/>
    <p:sldLayoutId id="2147483723" r:id="rId10"/>
    <p:sldLayoutId id="2147483726" r:id="rId11"/>
    <p:sldLayoutId id="2147483666" r:id="rId12"/>
    <p:sldLayoutId id="2147483771" r:id="rId13"/>
    <p:sldLayoutId id="2147483751" r:id="rId14"/>
    <p:sldLayoutId id="2147483772" r:id="rId15"/>
    <p:sldLayoutId id="2147483705" r:id="rId16"/>
    <p:sldLayoutId id="2147483752" r:id="rId17"/>
    <p:sldLayoutId id="2147483689" r:id="rId18"/>
    <p:sldLayoutId id="2147483753" r:id="rId19"/>
    <p:sldLayoutId id="2147483754" r:id="rId20"/>
    <p:sldLayoutId id="2147483692" r:id="rId21"/>
    <p:sldLayoutId id="2147483755" r:id="rId22"/>
    <p:sldLayoutId id="2147483693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65" r:id="rId32"/>
    <p:sldLayoutId id="2147483766" r:id="rId33"/>
    <p:sldLayoutId id="2147483667" r:id="rId34"/>
    <p:sldLayoutId id="2147483750" r:id="rId35"/>
    <p:sldLayoutId id="2147483774" r:id="rId36"/>
    <p:sldLayoutId id="2147483740" r:id="rId37"/>
    <p:sldLayoutId id="2147483682" r:id="rId38"/>
    <p:sldLayoutId id="2147483769" r:id="rId39"/>
    <p:sldLayoutId id="2147483685" r:id="rId40"/>
    <p:sldLayoutId id="2147483775" r:id="rId41"/>
    <p:sldLayoutId id="2147483770" r:id="rId42"/>
    <p:sldLayoutId id="2147483777" r:id="rId43"/>
  </p:sldLayoutIdLst>
  <p:hf hdr="0" ft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9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900" kern="1200">
          <a:solidFill>
            <a:schemeClr val="tx2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9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900" i="0" kern="1200">
          <a:solidFill>
            <a:schemeClr val="tx2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3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algn="l" defTabSz="43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algn="l" defTabSz="9144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6" userDrawn="1">
          <p15:clr>
            <a:srgbClr val="F26B43"/>
          </p15:clr>
        </p15:guide>
        <p15:guide id="3" pos="5927" userDrawn="1">
          <p15:clr>
            <a:srgbClr val="F26B43"/>
          </p15:clr>
        </p15:guide>
        <p15:guide id="4" orient="horz" pos="754" userDrawn="1">
          <p15:clr>
            <a:srgbClr val="F26B43"/>
          </p15:clr>
        </p15:guide>
        <p15:guide id="6" orient="horz" pos="283" userDrawn="1">
          <p15:clr>
            <a:srgbClr val="F26B43"/>
          </p15:clr>
        </p15:guide>
        <p15:guide id="7" orient="horz" pos="890" userDrawn="1">
          <p15:clr>
            <a:srgbClr val="F26B43"/>
          </p15:clr>
        </p15:guide>
        <p15:guide id="20" orient="horz" pos="380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793F0F5-89F6-5643-C340-920131C571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054438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608" imgH="608" progId="TCLayout.ActiveDocument.1">
                  <p:embed/>
                </p:oleObj>
              </mc:Choice>
              <mc:Fallback>
                <p:oleObj name="think-cell Slide" r:id="rId8" imgW="608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93F0F5-89F6-5643-C340-920131C571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3"/>
          <p:cNvSpPr txBox="1">
            <a:spLocks/>
          </p:cNvSpPr>
          <p:nvPr userDrawn="1"/>
        </p:nvSpPr>
        <p:spPr>
          <a:xfrm>
            <a:off x="402239" y="4361380"/>
            <a:ext cx="8856985" cy="2259080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 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delete</a:t>
            </a:r>
          </a:p>
        </p:txBody>
      </p:sp>
    </p:spTree>
    <p:extLst>
      <p:ext uri="{BB962C8B-B14F-4D97-AF65-F5344CB8AC3E}">
        <p14:creationId xmlns:p14="http://schemas.microsoft.com/office/powerpoint/2010/main" val="2361214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76" r:id="rId5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Garamond" pitchFamily="18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376092"/>
        </a:buClr>
        <a:buSzPct val="80000"/>
        <a:defRPr lang="en-US" sz="1400" b="1" kern="1200" dirty="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20000"/>
        </a:spcBef>
        <a:spcAft>
          <a:spcPct val="0"/>
        </a:spcAft>
        <a:buClr>
          <a:srgbClr val="376092"/>
        </a:buClr>
        <a:buFont typeface="Arial" charset="0"/>
        <a:defRPr lang="en-US" sz="1400" kern="1200" dirty="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265113" indent="-265113" algn="l" rtl="0" fontAlgn="base">
        <a:spcBef>
          <a:spcPct val="20000"/>
        </a:spcBef>
        <a:spcAft>
          <a:spcPct val="0"/>
        </a:spcAft>
        <a:buClr>
          <a:srgbClr val="376092"/>
        </a:buClr>
        <a:buBlip>
          <a:blip r:embed="rId10"/>
        </a:buBlip>
        <a:defRPr lang="en-US" sz="1400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446088" indent="-180975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en-US" sz="1400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4pPr>
      <a:lvl5pPr marL="627063" indent="-1809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5pPr>
      <a:lvl6pPr marL="627063" marR="0" indent="180975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989013" marR="0" indent="-180975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400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7pPr>
      <a:lvl8pPr marL="1169988" indent="-180975" algn="l" defTabSz="914400" rtl="0" eaLnBrk="1" latinLnBrk="0" hangingPunct="1">
        <a:spcBef>
          <a:spcPct val="20000"/>
        </a:spcBef>
        <a:buFont typeface="Garamond" pitchFamily="18" charset="0"/>
        <a:buChar char="−"/>
        <a:defRPr lang="en-US" sz="1400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8pPr>
      <a:lvl9pPr marL="1339850" indent="-169863" algn="l" defTabSz="914400" rtl="0" eaLnBrk="1" latinLnBrk="0" hangingPunct="1">
        <a:spcBef>
          <a:spcPct val="20000"/>
        </a:spcBef>
        <a:buFont typeface="Garamond" pitchFamily="18" charset="0"/>
        <a:buChar char="−"/>
        <a:defRPr lang="en-US" sz="1400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43.xml"/><Relationship Id="rId7" Type="http://schemas.openxmlformats.org/officeDocument/2006/relationships/image" Target="../media/image13.emf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1778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4" progId="TCLayout.ActiveDocument.1">
                  <p:embed/>
                </p:oleObj>
              </mc:Choice>
              <mc:Fallback>
                <p:oleObj name="think-cell Slide" r:id="rId6" imgW="353" imgH="354" progId="TCLayout.ActiveDocument.1">
                  <p:embed/>
                  <p:pic>
                    <p:nvPicPr>
                      <p:cNvPr id="14" name="Object 13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91DA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endParaRPr lang="en-US" sz="3200" dirty="0">
              <a:solidFill>
                <a:schemeClr val="bg1"/>
              </a:solidFill>
              <a:latin typeface="KPMG Light" panose="020B0403030202040204" pitchFamily="34" charset="0"/>
              <a:ea typeface="+mj-ea"/>
              <a:cs typeface="+mj-cs"/>
              <a:sym typeface="KPMG Light" panose="020B040303020204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4616" y="461919"/>
            <a:ext cx="8904473" cy="727074"/>
          </a:xfrm>
        </p:spPr>
        <p:txBody>
          <a:bodyPr vert="horz"/>
          <a:lstStyle/>
          <a:p>
            <a:r>
              <a:rPr lang="en-US" sz="3200" dirty="0"/>
              <a:t>Bud van der Schier– Partner</a:t>
            </a:r>
            <a:endParaRPr lang="en-GB" sz="3200" b="1" dirty="0"/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99DC262B-1D29-4AF8-86A2-E0CD5231572E}"/>
              </a:ext>
            </a:extLst>
          </p:cNvPr>
          <p:cNvSpPr txBox="1">
            <a:spLocks/>
          </p:cNvSpPr>
          <p:nvPr/>
        </p:nvSpPr>
        <p:spPr>
          <a:xfrm>
            <a:off x="485774" y="180000"/>
            <a:ext cx="8894101" cy="252000"/>
          </a:xfrm>
          <a:prstGeom prst="rect">
            <a:avLst/>
          </a:prstGeom>
        </p:spPr>
        <p:txBody>
          <a:bodyPr lIns="0"/>
          <a:lstStyle>
            <a:lvl1pPr marL="0" indent="0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Tx/>
              <a:buNone/>
              <a:defRPr sz="12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Tx/>
              <a:buNone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47045" indent="-147045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294092" indent="-147045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ClrTx/>
              <a:buFont typeface="Arial" panose="020B0604020202020204" pitchFamily="34" charset="0"/>
              <a:buChar char="-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441138" indent="-147045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ClrTx/>
              <a:buFont typeface="Arial" panose="020B0604020202020204" pitchFamily="34" charset="0"/>
              <a:buChar char="•"/>
              <a:defRPr sz="12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584314" indent="-147045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1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728780" indent="-144467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1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73247" indent="-144467" algn="l" defTabSz="74296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1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021581" indent="-148336" algn="l" defTabSz="742969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21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dirty="0">
                <a:solidFill>
                  <a:schemeClr val="bg2">
                    <a:lumMod val="75000"/>
                  </a:schemeClr>
                </a:solidFill>
              </a:rPr>
              <a:t>Appendix [x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F337451-85C7-462F-8A66-FA19A3C48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5130" y="1415851"/>
            <a:ext cx="6411445" cy="4799212"/>
          </a:xfrm>
        </p:spPr>
        <p:txBody>
          <a:bodyPr/>
          <a:lstStyle/>
          <a:p>
            <a:r>
              <a:rPr lang="en-GB" sz="1800" b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Experience</a:t>
            </a:r>
          </a:p>
          <a:p>
            <a:pPr lvl="1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</a:rPr>
              <a:t>Bud has worked for KPMG Deal Advisory, Global Strategy Group, since 2005 where he leads the Dutch Deal Strategy practice with an exclusive focus on deal/special events related strategy engagements. His experience with a </a:t>
            </a:r>
            <a:r>
              <a:rPr lang="en-US" sz="900" dirty="0" err="1">
                <a:solidFill>
                  <a:schemeClr val="tx2"/>
                </a:solidFill>
                <a:latin typeface="Arial" panose="020B0604020202020204" pitchFamily="34" charset="0"/>
              </a:rPr>
              <a:t>specialisation</a:t>
            </a:r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</a:rPr>
              <a:t> in M&amp;A related engagements includes commercial and operational due diligence, growth strategy development and operational restructuring work. </a:t>
            </a:r>
          </a:p>
          <a:p>
            <a:pPr lvl="1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</a:rPr>
              <a:t>Bud has </a:t>
            </a:r>
            <a:r>
              <a:rPr lang="en-US" sz="900" dirty="0" err="1">
                <a:solidFill>
                  <a:schemeClr val="tx2"/>
                </a:solidFill>
                <a:latin typeface="Arial" panose="020B0604020202020204" pitchFamily="34" charset="0"/>
              </a:rPr>
              <a:t>specialised</a:t>
            </a:r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</a:rPr>
              <a:t> in Healthcare strategy and is closely involved with all major sponsors with a focus on Healthcare investments</a:t>
            </a:r>
          </a:p>
          <a:p>
            <a:r>
              <a:rPr lang="en-GB" sz="1800" b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Qualifications</a:t>
            </a:r>
          </a:p>
          <a:p>
            <a:pPr lvl="1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</a:rPr>
              <a:t>MSc Business Administration, Erasmus University Rotterdam, The Netherlands</a:t>
            </a:r>
          </a:p>
          <a:p>
            <a:r>
              <a:rPr lang="en-GB" sz="1800" b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Relevant projects</a:t>
            </a:r>
          </a:p>
          <a:p>
            <a:pPr marL="171450" lvl="1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</a:rPr>
              <a:t>[[</a:t>
            </a:r>
          </a:p>
          <a:p>
            <a:endParaRPr lang="en-GB" sz="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46F73D-5F34-4B54-BC85-FFB0B911D9E1}"/>
              </a:ext>
            </a:extLst>
          </p:cNvPr>
          <p:cNvSpPr/>
          <p:nvPr/>
        </p:nvSpPr>
        <p:spPr>
          <a:xfrm>
            <a:off x="1505073" y="1410805"/>
            <a:ext cx="657224" cy="4934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A14B1-9670-4D02-A5D5-E1718BB0A44B}"/>
              </a:ext>
            </a:extLst>
          </p:cNvPr>
          <p:cNvSpPr/>
          <p:nvPr/>
        </p:nvSpPr>
        <p:spPr>
          <a:xfrm>
            <a:off x="495300" y="1410807"/>
            <a:ext cx="1400174" cy="46216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3D2FE0-F810-48A7-A663-DBF3FA8CE32F}"/>
              </a:ext>
            </a:extLst>
          </p:cNvPr>
          <p:cNvSpPr/>
          <p:nvPr/>
        </p:nvSpPr>
        <p:spPr>
          <a:xfrm>
            <a:off x="1924295" y="1410807"/>
            <a:ext cx="564280" cy="46216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GB" sz="1000" dirty="0">
              <a:solidFill>
                <a:srgbClr val="FF00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DACC62-FE30-4229-AE49-A6DB917B1C4A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206435" y="2120418"/>
            <a:ext cx="0" cy="3912083"/>
          </a:xfrm>
          <a:prstGeom prst="line">
            <a:avLst/>
          </a:prstGeom>
          <a:ln w="95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77FFC80-5E72-4D15-A4C6-A48556B5D3CA}"/>
              </a:ext>
            </a:extLst>
          </p:cNvPr>
          <p:cNvSpPr txBox="1">
            <a:spLocks/>
          </p:cNvSpPr>
          <p:nvPr/>
        </p:nvSpPr>
        <p:spPr>
          <a:xfrm rot="16200000">
            <a:off x="733000" y="4310620"/>
            <a:ext cx="2916236" cy="515206"/>
          </a:xfrm>
          <a:prstGeom prst="rect">
            <a:avLst/>
          </a:prstGeom>
          <a:noFill/>
        </p:spPr>
        <p:txBody>
          <a:bodyPr wrap="square" lIns="18000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nl-NL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Bud van der Schier</a:t>
            </a:r>
            <a:br>
              <a:rPr kumimoji="0" lang="nl-NL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</a:br>
            <a:r>
              <a:rPr kumimoji="0" lang="nl-NL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PARTNER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7B03AD5-7669-4D03-854A-1C5F6D6A38D9}"/>
              </a:ext>
            </a:extLst>
          </p:cNvPr>
          <p:cNvSpPr/>
          <p:nvPr/>
        </p:nvSpPr>
        <p:spPr>
          <a:xfrm>
            <a:off x="1350168" y="1797631"/>
            <a:ext cx="947737" cy="9477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GB" sz="1000" dirty="0">
              <a:solidFill>
                <a:srgbClr val="FF0000"/>
              </a:solidFill>
            </a:endParaRPr>
          </a:p>
        </p:txBody>
      </p:sp>
      <p:pic>
        <p:nvPicPr>
          <p:cNvPr id="21" name="Picture 6">
            <a:extLst>
              <a:ext uri="{FF2B5EF4-FFF2-40B4-BE49-F238E27FC236}">
                <a16:creationId xmlns:a16="http://schemas.microsoft.com/office/drawing/2014/main" id="{4E3A555E-DD12-41E8-96E9-829B8D4D3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1390650" y="1838113"/>
            <a:ext cx="866775" cy="866775"/>
          </a:xfrm>
          <a:prstGeom prst="ellipse">
            <a:avLst/>
          </a:prstGeom>
          <a:ln w="38100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5FD3E7DC-83FE-0D56-DCA9-0C64C654B685}"/>
              </a:ext>
            </a:extLst>
          </p:cNvPr>
          <p:cNvSpPr txBox="1">
            <a:spLocks/>
          </p:cNvSpPr>
          <p:nvPr/>
        </p:nvSpPr>
        <p:spPr bwMode="gray">
          <a:xfrm>
            <a:off x="499316" y="3061872"/>
            <a:ext cx="1388772" cy="2964470"/>
          </a:xfrm>
          <a:prstGeom prst="rect">
            <a:avLst/>
          </a:prstGeom>
        </p:spPr>
        <p:txBody>
          <a:bodyPr vert="horz" lIns="72000" tIns="72000" rIns="72000" bIns="18000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None/>
              <a:defRPr lang="en-US" sz="900" b="1" kern="1200" noProof="0" dirty="0" smtClean="0">
                <a:solidFill>
                  <a:srgbClr val="00338D"/>
                </a:solidFill>
                <a:latin typeface="Arial"/>
                <a:ea typeface="+mn-ea"/>
                <a:cs typeface="Arial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None/>
              <a:defRPr lang="en-US" sz="900" b="0" kern="1200" noProof="0" dirty="0" smtClean="0">
                <a:solidFill>
                  <a:schemeClr val="tx1"/>
                </a:solidFill>
                <a:latin typeface="Arial"/>
                <a:ea typeface="+mn-ea"/>
                <a:cs typeface="Arial" pitchFamily="34" charset="0"/>
              </a:defRPr>
            </a:lvl2pPr>
            <a:lvl3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97989A"/>
              </a:buClr>
              <a:buFont typeface="Arial" pitchFamily="34" charset="0"/>
              <a:buChar char="■"/>
              <a:defRPr lang="en-US" sz="900" b="0" kern="1200" noProof="0" dirty="0" smtClean="0">
                <a:solidFill>
                  <a:schemeClr val="tx1"/>
                </a:solidFill>
                <a:latin typeface="Arial"/>
                <a:ea typeface="+mn-ea"/>
                <a:cs typeface="Arial" pitchFamily="34" charset="0"/>
              </a:defRPr>
            </a:lvl3pPr>
            <a:lvl4pPr marL="3556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97989A"/>
              </a:buClr>
              <a:buFont typeface="Arial" pitchFamily="34" charset="0"/>
              <a:buChar char="–"/>
              <a:defRPr lang="en-US" sz="900" b="0" kern="1200" noProof="0" dirty="0" smtClean="0">
                <a:solidFill>
                  <a:schemeClr val="tx1"/>
                </a:solidFill>
                <a:latin typeface="Arial"/>
                <a:ea typeface="+mn-ea"/>
                <a:cs typeface="Arial" pitchFamily="34" charset="0"/>
              </a:defRPr>
            </a:lvl4pPr>
            <a:lvl5pPr marL="534988" indent="-1746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97989A"/>
              </a:buClr>
              <a:buFont typeface="Arial" pitchFamily="34" charset="0"/>
              <a:buChar char="■"/>
              <a:defRPr lang="en-GB" sz="900" b="0" kern="1200" baseline="0" noProof="0">
                <a:solidFill>
                  <a:schemeClr val="tx1"/>
                </a:solidFill>
                <a:latin typeface="Arial"/>
                <a:ea typeface="+mn-ea"/>
                <a:cs typeface="Arial" pitchFamily="34" charset="0"/>
              </a:defRPr>
            </a:lvl5pPr>
            <a:lvl6pPr marL="720725" indent="-185738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97989A"/>
              </a:buClr>
              <a:buFont typeface="Arial" pitchFamily="34" charset="0"/>
              <a:buChar char="–"/>
              <a:defRPr lang="en-GB"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895350" indent="-174625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97989A"/>
              </a:buClr>
              <a:buFont typeface="Arial" pitchFamily="34" charset="0"/>
              <a:buChar char="■"/>
              <a:defRPr lang="en-GB" sz="9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1081088" indent="-185738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97989A"/>
              </a:buClr>
              <a:buFont typeface="Arial" pitchFamily="34" charset="0"/>
              <a:buChar char="–"/>
              <a:defRPr lang="en-GB" sz="9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1255713" indent="-174625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97989A"/>
              </a:buClr>
              <a:buFont typeface="Arial" pitchFamily="34" charset="0"/>
              <a:buChar char="■"/>
              <a:defRPr lang="en-GB" sz="9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1312863" fontAlgn="b">
              <a:spcBef>
                <a:spcPts val="300"/>
              </a:spcBef>
              <a:spcAft>
                <a:spcPts val="300"/>
              </a:spcAft>
              <a:buSzPct val="90000"/>
              <a:defRPr/>
            </a:pPr>
            <a:r>
              <a:rPr lang="en-GB" sz="1600" b="1" dirty="0">
                <a:solidFill>
                  <a:schemeClr val="bg1"/>
                </a:solidFill>
                <a:latin typeface="+mj-lt"/>
                <a:ea typeface="Times New Roman" pitchFamily="18" charset="0"/>
                <a:cs typeface="Arial" charset="0"/>
              </a:rPr>
              <a:t>Contact</a:t>
            </a:r>
          </a:p>
          <a:p>
            <a:pPr marL="0" marR="0" lvl="1" indent="0" algn="l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Univers for KPMG"/>
              </a:rPr>
              <a:t>+31 (0)6 511 86 859</a:t>
            </a:r>
            <a:b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Univers for KPMG"/>
              </a:rPr>
            </a:br>
            <a:r>
              <a:rPr lang="en-GB" sz="700" dirty="0">
                <a:solidFill>
                  <a:schemeClr val="bg1"/>
                </a:solidFill>
                <a:latin typeface="+mn-lt"/>
              </a:rPr>
              <a:t>vanderschrier.bud@kpmg.nl</a:t>
            </a:r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3447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EATEDBY" val="Global PowerPoint Toolbar"/>
  <p:tag name="TOOLBARVERSION" val="5.1"/>
  <p:tag name="TYPE" val="Report"/>
  <p:tag name="KEYWORD" val="REPORT"/>
  <p:tag name="TEMPLATEVERSION" val="08/03/2016 17:16:34"/>
  <p:tag name="UPSLIDEPRINTTWOSIDES" val="TRUE"/>
  <p:tag name="VISIBLEUPSLIDESLIDELIBPARTS" val="System.Collections.Generic.List`1[System.String]"/>
  <p:tag name="UPSLIDETOCALGOID" val="Standard"/>
  <p:tag name="UPSLIDETOCMASTERID" val="KPMG report with subsection dividers03 10 2020"/>
  <p:tag name="UPSLIDETOCMASTERNAME" val="KPMG report with subsection dividers"/>
  <p:tag name="UPSLIDETOCMASTERLASTEDITIONDATE" val="637813018463497908"/>
  <p:tag name="TEMPLATESHORTNAMETAG" val="KPMG Report"/>
  <p:tag name="UPSLIDE" val="KPM02784_KPMG Report_09-13-2022"/>
  <p:tag name="UPSLIDEPRINTFACINGPAGESDESIGN" val="KPMG Report - UpSlide"/>
  <p:tag name="UPSLIDEPRINTFACINGPAGESLAYOUT" val="Blank"/>
  <p:tag name="TEMPLATEFULLNAMETAG" val="KPMG Report"/>
  <p:tag name="TEMPLATEDETAILSTAG" val="KPMG Report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false&lt;/ContainsPrentLessSubsections&gt;&#10;    &lt;ContainsAppendix&gt;true&lt;/ContainsAppendix&gt;&#10;    &lt;ContainsUnNumberedSections&gt;false&lt;/ContainsUnNumberedSections&gt;&#10;    &lt;SlideTitle&gt;Contents&lt;/SlideTitle&gt;&#10;  &lt;/TocSlidesOptions&gt;&#10;  &lt;SectionSlideOptions&gt;&#10;    &lt;ContainsOwnSubSection&gt;tru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fals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fals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KPMG Report - UpSlide&lt;/DesignName&gt;&#10;      &lt;LayoutName&gt;Title Only&lt;/LayoutName&gt;&#10;    &lt;/TocSlidesLayout&gt;&#10;    &lt;SectionLayout&gt;&#10;      &lt;DesignName&gt;KPMG Report - UpSlide&lt;/DesignName&gt;&#10;      &lt;LayoutName&gt;Section Divider&lt;/LayoutName&gt;&#10;    &lt;/SectionLayout&gt;&#10;    &lt;SubsectionLayout&gt;&#10;      &lt;DesignName&gt;KPMG Report - UpSlide&lt;/DesignName&gt;&#10;      &lt;LayoutName&gt;Subsection Divider&lt;/LayoutName&gt;&#10;    &lt;/SubsectionLayout&gt;&#10;    &lt;AppendixLayout&gt;&#10;      &lt;DesignName&gt;KPMG Report - UpSlide&lt;/DesignName&gt;&#10;      &lt;LayoutName&gt;Appendix Divider&lt;/LayoutName&gt;&#10;    &lt;/AppendixLayout&gt;&#10;    &lt;TitleSliLayout&gt;&#10;      &lt;DesignName&gt;KPMG Report - UpSlide&lt;/DesignName&gt;&#10;      &lt;LayoutName&gt;TITLE SLIDE Left Horizontal Window_KPMG Blue&lt;/LayoutName&gt;&#10;    &lt;/TitleSliLayout&gt;&#10;  &lt;/UsedSlideLayouts&gt;&#10;  &lt;ActiveReminders&gt;&#10;    &lt;ReminderScriptList&gt;&#10;      &lt;ReminderScript&gt;&#10;        &lt;Key xsi:type=&quot;xsd:string&quot;&gt;Reminder28/07/2016 10:55:40833312551&lt;/Key&gt;&#10;        &lt;Value xsi:type=&quot;xsd:string&quot;&gt;&amp;lt;%SectionName%&amp;gt;&amp;lt;%SpaceIfInSubSec%&amp;gt;&amp;lt;%TiretIfInSubSec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true&lt;/UseFixedColor&gt;&#10;        &lt;R&gt;140&lt;/R&gt;&#10;        &lt;G&gt;205&lt;/G&gt;&#10;        &lt;B&gt;238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&gt;.&lt;/AfterSecNum&gt;&#10;        &lt;BeforeSecNum /&gt;&#10;        &lt;ZeroBeforeSecNum&gt;false&lt;/ZeroBeforeSecNum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0&lt;/SpaceBeforeSections&gt;&#10;          &lt;SpaceBeforeSubSections&gt;0&lt;/SpaceBeforeSubSections&gt;&#10;          &lt;SpaceBeforeSlides&gt;5.66929&lt;/SpaceBeforeSlides&gt;&#10;        &lt;/ManualSpacing&gt;&#10;        &lt;ManualSpacingSections&gt;&#10;          &lt;SpaceBeforeSections&gt;17.4750233&lt;/SpaceBeforeSections&gt;&#10;          &lt;SpaceBeforeSubSections&gt;7.5&lt;/SpaceBeforeSubSections&gt;&#10;          &lt;SpaceBeforeSlides&gt;5.825008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true&lt;/UseSpecificSpacingForSecDivider&gt;&#10;        &lt;UseSpecificSpacingForSubSecDivider&gt;fals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&gt;false&lt;/SectionDividersContainOwnSubSections&gt;&#10;    &lt;SectionDividersContainOwnSlideTitles&gt;true&lt;/SectionDividersContainOwnSlideTitles&gt;&#10;    &lt;SubSectionDividersContainOwnSlideTitles&gt;false&lt;/SubSectionDividersContainOwnSlideTitles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fals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  <p:tag name="THINKCELLUNDODONOTDELETE" val="0"/>
  <p:tag name="UPSLIDEVERSION" val="6.9.2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ECTIONTITLE"/>
  <p:tag name="NAME" val="SECTIONTITLE"/>
  <p:tag name="TOCTEMPLATESHAPENAME" val="Titre de section"/>
  <p:tag name="TOCTEMPLATESHAPEDESCRIPTION" val="Définit le format de la forme contenant les titres de secti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UBSECTIONTITLE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4"/>
  <p:tag name="SLIDEINDEX" val="344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1"/>
  <p:tag name="SLIDEINDEX" val="341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8"/>
  <p:tag name="SLIDEINDEX" val="268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9"/>
  <p:tag name="SLIDEINDEX" val="269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8/07/2016 10:55:40833312551"/>
  <p:tag name="TOCTEMPLATESHAPENAME" val="SecElseSubSec"/>
  <p:tag name="TOCTEMPLATESHAPEDESCRIPTION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LIDELIBITEMNAME" val="Proposal template"/>
  <p:tag name="UPSLIDESLIDELIBITEMLASTCREATOR" val="ovanderkoelen"/>
  <p:tag name="UPSLIDESLIDELIBITEMEDITIONDATE" val="638145790246786198"/>
  <p:tag name="UPSLIDESLIDELIBITEMINSERTIONID" val="16e7bec6-80e1-49c3-9685-aed21e21d149"/>
  <p:tag name="UPSLIDESLIDELIBRARYITEMPARTINDEX" val="1"/>
  <p:tag name="UPSLIDESLIDELIBRARYITEMID" val="1506ce37-7bb0-449e-9ba6-ec8a42db67f2"/>
  <p:tag name="UPSLIDESTOREDSLIDELOCATION" val="\\nl.kworld.kpmg.com\kpmg\support\bim\upslide\standard library\06 strategy and operations\01. Deal &amp; Growth\01. Proposal template\99. Full proposal template.pptlib"/>
  <p:tag name="UPSLIDEINDIVIDUALSLIDE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55zIgaTXGIxw_5AEz21w"/>
</p:tagLst>
</file>

<file path=ppt/theme/theme1.xml><?xml version="1.0" encoding="utf-8"?>
<a:theme xmlns:a="http://schemas.openxmlformats.org/drawingml/2006/main" name="KPMG Report - UpSlide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2022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9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defRPr sz="900" b="1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olt Blue">
      <a:srgbClr val="1E49E2"/>
    </a:custClr>
    <a:custClr name="Dark Blue">
      <a:srgbClr val="0C233C"/>
    </a:custClr>
    <a:custClr name="Pacific Blue">
      <a:srgbClr val="00B8F5"/>
    </a:custClr>
    <a:custClr name="Blue">
      <a:srgbClr val="76D2FF"/>
    </a:custClr>
    <a:custClr name="Light Blue">
      <a:srgbClr val="ACEAFF"/>
    </a:custClr>
    <a:custClr name="Dark Purple">
      <a:srgbClr val="510DBC"/>
    </a:custClr>
    <a:custClr name="Purple">
      <a:srgbClr val="7213EA"/>
    </a:custClr>
    <a:custClr name="Light Purple">
      <a:srgbClr val="B497FF"/>
    </a:custClr>
    <a:custClr name="Dark Green">
      <a:srgbClr val="008E7E"/>
    </a:custClr>
    <a:custClr name="Green">
      <a:srgbClr val="00C0AE"/>
    </a:custClr>
    <a:custClr name="Light Green">
      <a:srgbClr val="7AFFBD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1">
      <a:srgbClr val="333333"/>
    </a:custClr>
    <a:custClr name="Grey 2">
      <a:srgbClr val="666666"/>
    </a:custClr>
    <a:custClr name="Grey 3">
      <a:srgbClr val="989898"/>
    </a:custClr>
    <a:custClr name="Grey 4">
      <a:srgbClr val="B2B2B2"/>
    </a:custClr>
    <a:custClr name="Grey 5">
      <a:srgbClr val="E5E5E5"/>
    </a:custClr>
  </a:custClrLst>
  <a:extLst>
    <a:ext uri="{05A4C25C-085E-4340-85A3-A5531E510DB2}">
      <thm15:themeFamily xmlns:thm15="http://schemas.microsoft.com/office/thememl/2012/main" name="UpSlideTemplate" id="{A6778699-E992-42A5-8E1F-29C1A700A7D6}" vid="{C2DF269E-E5E4-480F-BD2C-A7F102010D35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Rebrand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SlideTemplate" id="{A6778699-E992-42A5-8E1F-29C1A700A7D6}" vid="{3239D278-C560-43A0-998A-319104F103B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321678d4-540d-4cab-9fdb-4fceb642ce8d" xsi:nil="true"/>
    <SharedWithUsers xmlns="a6dfa148-f14a-46b4-9fd6-8222322555ba">
      <UserInfo>
        <DisplayName/>
        <AccountId xsi:nil="true"/>
        <AccountType/>
      </UserInfo>
    </SharedWithUsers>
    <_activity xmlns="321678d4-540d-4cab-9fdb-4fceb642ce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150DB939A4743B36D056281D5D9AA" ma:contentTypeVersion="13" ma:contentTypeDescription="Create a new document." ma:contentTypeScope="" ma:versionID="b64df80feab2789b2407da3b42841ff7">
  <xsd:schema xmlns:xsd="http://www.w3.org/2001/XMLSchema" xmlns:xs="http://www.w3.org/2001/XMLSchema" xmlns:p="http://schemas.microsoft.com/office/2006/metadata/properties" xmlns:ns3="321678d4-540d-4cab-9fdb-4fceb642ce8d" xmlns:ns4="a6dfa148-f14a-46b4-9fd6-8222322555ba" targetNamespace="http://schemas.microsoft.com/office/2006/metadata/properties" ma:root="true" ma:fieldsID="110df4f89dc270f4bb396974b77de518" ns3:_="" ns4:_="">
    <xsd:import namespace="321678d4-540d-4cab-9fdb-4fceb642ce8d"/>
    <xsd:import namespace="a6dfa148-f14a-46b4-9fd6-8222322555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1678d4-540d-4cab-9fdb-4fceb642ce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fa148-f14a-46b4-9fd6-8222322555b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DA6FB8-9FFA-4A44-814D-D03D89882F22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  <ds:schemaRef ds:uri="http://purl.org/dc/dcmitype/"/>
    <ds:schemaRef ds:uri="a6dfa148-f14a-46b4-9fd6-8222322555ba"/>
    <ds:schemaRef ds:uri="321678d4-540d-4cab-9fdb-4fceb642ce8d"/>
  </ds:schemaRefs>
</ds:datastoreItem>
</file>

<file path=customXml/itemProps2.xml><?xml version="1.0" encoding="utf-8"?>
<ds:datastoreItem xmlns:ds="http://schemas.openxmlformats.org/officeDocument/2006/customXml" ds:itemID="{2D109E48-BD02-43C5-BF93-B9672936C8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A504C9-55B8-4062-8A57-A82FCC801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1678d4-540d-4cab-9fdb-4fceb642ce8d"/>
    <ds:schemaRef ds:uri="a6dfa148-f14a-46b4-9fd6-8222322555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Bud van der Schier– Partner</Template>
  <TotalTime>0</TotalTime>
  <Words>128</Words>
  <Application>Microsoft Office PowerPoint</Application>
  <PresentationFormat>A4 Paper (210x297 mm)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Garamond</vt:lpstr>
      <vt:lpstr>KPMG Bold</vt:lpstr>
      <vt:lpstr>KPMG Light</vt:lpstr>
      <vt:lpstr>KPMG Report - UpSlide</vt:lpstr>
      <vt:lpstr>UpSlide Table Of Content Master (do not edit)</vt:lpstr>
      <vt:lpstr>think-cell Slide</vt:lpstr>
      <vt:lpstr>Bud van der Schier– Partner</vt:lpstr>
    </vt:vector>
  </TitlesOfParts>
  <Company>KPMG NL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Martini, Martino</dc:creator>
  <cp:lastModifiedBy>Martini, Martino</cp:lastModifiedBy>
  <cp:revision>1</cp:revision>
  <dcterms:created xsi:type="dcterms:W3CDTF">2025-11-12T17:46:25Z</dcterms:created>
  <dcterms:modified xsi:type="dcterms:W3CDTF">2025-11-12T17:46:45Z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41beea-183a-4bbd-804d-ee672b323e77_Enabled">
    <vt:lpwstr>true</vt:lpwstr>
  </property>
  <property fmtid="{D5CDD505-2E9C-101B-9397-08002B2CF9AE}" pid="3" name="MSIP_Label_2c41beea-183a-4bbd-804d-ee672b323e77_SetDate">
    <vt:lpwstr>2019-10-23T10:25:52Z</vt:lpwstr>
  </property>
  <property fmtid="{D5CDD505-2E9C-101B-9397-08002B2CF9AE}" pid="4" name="MSIP_Label_2c41beea-183a-4bbd-804d-ee672b323e77_Method">
    <vt:lpwstr>Standard</vt:lpwstr>
  </property>
  <property fmtid="{D5CDD505-2E9C-101B-9397-08002B2CF9AE}" pid="5" name="MSIP_Label_2c41beea-183a-4bbd-804d-ee672b323e77_Name">
    <vt:lpwstr>General</vt:lpwstr>
  </property>
  <property fmtid="{D5CDD505-2E9C-101B-9397-08002B2CF9AE}" pid="6" name="MSIP_Label_2c41beea-183a-4bbd-804d-ee672b323e77_SiteId">
    <vt:lpwstr>6988521a-2747-41f4-bc3a-af5addc051da</vt:lpwstr>
  </property>
  <property fmtid="{D5CDD505-2E9C-101B-9397-08002B2CF9AE}" pid="7" name="MSIP_Label_2c41beea-183a-4bbd-804d-ee672b323e77_ActionId">
    <vt:lpwstr>69d4ae6a-739d-41b1-9f89-000045e2d37f</vt:lpwstr>
  </property>
  <property fmtid="{D5CDD505-2E9C-101B-9397-08002B2CF9AE}" pid="8" name="MSIP_Label_2c41beea-183a-4bbd-804d-ee672b323e77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0x010100ABE150DB939A4743B36D056281D5D9AA</vt:lpwstr>
  </property>
  <property fmtid="{D5CDD505-2E9C-101B-9397-08002B2CF9AE}" pid="11" name="ComplianceAssetId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